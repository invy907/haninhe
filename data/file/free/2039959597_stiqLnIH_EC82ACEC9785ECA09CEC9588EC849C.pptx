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8" r:id="rId10"/>
    <p:sldId id="266" r:id="rId11"/>
    <p:sldId id="267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364E0-9B7E-4183-B1A4-E198E1193632}" type="datetimeFigureOut">
              <a:rPr lang="ko-KR" altLang="en-US" smtClean="0"/>
              <a:pPr/>
              <a:t>2016-07-28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EA962-0A27-4561-9088-48DDD5AE8E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0333FD-F8F6-4049-BF6E-58FD13C2B206}" type="datetimeFigureOut">
              <a:rPr lang="ko-KR" altLang="en-US" smtClean="0"/>
              <a:pPr/>
              <a:t>2016-07-28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BCAE24-A8F4-43E9-8FCD-0A4B057D6E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BCAE24-A8F4-43E9-8FCD-0A4B057D6EF0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7A72-884D-4229-904A-9F5911F2CED8}" type="datetimeFigureOut">
              <a:rPr lang="ko-KR" altLang="en-US" smtClean="0"/>
              <a:pPr/>
              <a:t>2016-07-28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D2A3F-BE9B-4D8C-84EB-49586BF469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7A72-884D-4229-904A-9F5911F2CED8}" type="datetimeFigureOut">
              <a:rPr lang="ko-KR" altLang="en-US" smtClean="0"/>
              <a:pPr/>
              <a:t>2016-07-28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D2A3F-BE9B-4D8C-84EB-49586BF469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7A72-884D-4229-904A-9F5911F2CED8}" type="datetimeFigureOut">
              <a:rPr lang="ko-KR" altLang="en-US" smtClean="0"/>
              <a:pPr/>
              <a:t>2016-07-28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D2A3F-BE9B-4D8C-84EB-49586BF469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7A72-884D-4229-904A-9F5911F2CED8}" type="datetimeFigureOut">
              <a:rPr lang="ko-KR" altLang="en-US" smtClean="0"/>
              <a:pPr/>
              <a:t>2016-07-28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D2A3F-BE9B-4D8C-84EB-49586BF469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7A72-884D-4229-904A-9F5911F2CED8}" type="datetimeFigureOut">
              <a:rPr lang="ko-KR" altLang="en-US" smtClean="0"/>
              <a:pPr/>
              <a:t>2016-07-28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D2A3F-BE9B-4D8C-84EB-49586BF469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7A72-884D-4229-904A-9F5911F2CED8}" type="datetimeFigureOut">
              <a:rPr lang="ko-KR" altLang="en-US" smtClean="0"/>
              <a:pPr/>
              <a:t>2016-07-28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D2A3F-BE9B-4D8C-84EB-49586BF469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7A72-884D-4229-904A-9F5911F2CED8}" type="datetimeFigureOut">
              <a:rPr lang="ko-KR" altLang="en-US" smtClean="0"/>
              <a:pPr/>
              <a:t>2016-07-28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D2A3F-BE9B-4D8C-84EB-49586BF469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7A72-884D-4229-904A-9F5911F2CED8}" type="datetimeFigureOut">
              <a:rPr lang="ko-KR" altLang="en-US" smtClean="0"/>
              <a:pPr/>
              <a:t>2016-07-28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D2A3F-BE9B-4D8C-84EB-49586BF469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7A72-884D-4229-904A-9F5911F2CED8}" type="datetimeFigureOut">
              <a:rPr lang="ko-KR" altLang="en-US" smtClean="0"/>
              <a:pPr/>
              <a:t>2016-07-28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D2A3F-BE9B-4D8C-84EB-49586BF469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7A72-884D-4229-904A-9F5911F2CED8}" type="datetimeFigureOut">
              <a:rPr lang="ko-KR" altLang="en-US" smtClean="0"/>
              <a:pPr/>
              <a:t>2016-07-28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D2A3F-BE9B-4D8C-84EB-49586BF469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7A72-884D-4229-904A-9F5911F2CED8}" type="datetimeFigureOut">
              <a:rPr lang="ko-KR" altLang="en-US" smtClean="0"/>
              <a:pPr/>
              <a:t>2016-07-28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D2A3F-BE9B-4D8C-84EB-49586BF469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57A72-884D-4229-904A-9F5911F2CED8}" type="datetimeFigureOut">
              <a:rPr lang="ko-KR" altLang="en-US" smtClean="0"/>
              <a:pPr/>
              <a:t>2016-07-28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D2A3F-BE9B-4D8C-84EB-49586BF469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사업제안서_0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0885"/>
            <a:ext cx="9144000" cy="68362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사업제안서_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885"/>
            <a:ext cx="9144000" cy="68362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사업제안서_0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885"/>
            <a:ext cx="9144000" cy="68362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사업제안서_0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885"/>
            <a:ext cx="9144000" cy="68362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사업제안서_0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885"/>
            <a:ext cx="9144000" cy="68362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사업제안서_0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885"/>
            <a:ext cx="9144000" cy="68362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사업제안서_0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885"/>
            <a:ext cx="9144000" cy="68362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사업제안서_0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885"/>
            <a:ext cx="9144000" cy="68362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사업제안서_0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885"/>
            <a:ext cx="9144000" cy="68362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사업제안서_0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885"/>
            <a:ext cx="9144000" cy="68362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사업제안서_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885"/>
            <a:ext cx="9144000" cy="68362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</Words>
  <Application>Microsoft Office PowerPoint</Application>
  <PresentationFormat>화면 슬라이드 쇼(4:3)</PresentationFormat>
  <Paragraphs>1</Paragraphs>
  <Slides>11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wep</dc:creator>
  <cp:lastModifiedBy>wep</cp:lastModifiedBy>
  <cp:revision>2</cp:revision>
  <dcterms:created xsi:type="dcterms:W3CDTF">2016-07-28T02:40:32Z</dcterms:created>
  <dcterms:modified xsi:type="dcterms:W3CDTF">2016-07-28T03:15:55Z</dcterms:modified>
</cp:coreProperties>
</file>