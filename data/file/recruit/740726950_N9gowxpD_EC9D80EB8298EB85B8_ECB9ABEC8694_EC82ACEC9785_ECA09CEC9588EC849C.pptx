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0" autoAdjust="0"/>
  </p:normalViewPr>
  <p:slideViewPr>
    <p:cSldViewPr>
      <p:cViewPr>
        <p:scale>
          <a:sx n="70" d="100"/>
          <a:sy n="70" d="100"/>
        </p:scale>
        <p:origin x="-1164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E771B-25EE-4686-8E0A-690AA9EB530E}" type="datetimeFigureOut">
              <a:rPr lang="ko-KR" altLang="en-US" smtClean="0"/>
              <a:pPr/>
              <a:t>2014-04-21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FD117-A9FA-4F72-8DF4-228A2DF412D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42910" y="1142984"/>
            <a:ext cx="7772400" cy="2143140"/>
          </a:xfrm>
        </p:spPr>
        <p:txBody>
          <a:bodyPr/>
          <a:lstStyle/>
          <a:p>
            <a:r>
              <a:rPr lang="ko-KR" altLang="en-US" b="1" dirty="0" err="1" smtClean="0"/>
              <a:t>은나노</a:t>
            </a:r>
            <a:r>
              <a:rPr lang="ko-KR" altLang="en-US" b="1" dirty="0" smtClean="0"/>
              <a:t> 칫솔 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Nano+Silver</a:t>
            </a:r>
            <a:r>
              <a:rPr lang="en-US" altLang="ko-KR" b="1" dirty="0" smtClean="0"/>
              <a:t>)</a:t>
            </a:r>
            <a:br>
              <a:rPr lang="en-US" altLang="ko-KR" b="1" dirty="0" smtClean="0"/>
            </a:br>
            <a:r>
              <a:rPr lang="en-US" altLang="ko-KR" sz="3600" b="1" dirty="0" smtClean="0"/>
              <a:t>(</a:t>
            </a:r>
            <a:r>
              <a:rPr lang="ko-KR" altLang="en-US" sz="3600" b="1" dirty="0" smtClean="0"/>
              <a:t>임상실험 </a:t>
            </a:r>
            <a:r>
              <a:rPr lang="ko-KR" altLang="en-US" sz="3600" b="1" dirty="0" err="1" smtClean="0"/>
              <a:t>향균</a:t>
            </a:r>
            <a:r>
              <a:rPr lang="en-US" altLang="ko-KR" sz="3600" b="1" dirty="0" smtClean="0"/>
              <a:t>,</a:t>
            </a:r>
            <a:r>
              <a:rPr lang="ko-KR" altLang="en-US" sz="3600" b="1" dirty="0" smtClean="0"/>
              <a:t>살균효과입증</a:t>
            </a:r>
            <a:r>
              <a:rPr lang="en-US" altLang="ko-KR" sz="3600" b="1" dirty="0" smtClean="0"/>
              <a:t>)</a:t>
            </a:r>
            <a:endParaRPr lang="ko-KR" altLang="en-US" sz="36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929198"/>
            <a:ext cx="6400800" cy="709602"/>
          </a:xfrm>
        </p:spPr>
        <p:txBody>
          <a:bodyPr/>
          <a:lstStyle/>
          <a:p>
            <a:r>
              <a:rPr lang="en-US" altLang="ko-KR" sz="3600" b="1" dirty="0" smtClean="0"/>
              <a:t>www.lussobank.com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en-US" altLang="ko-KR" b="1" dirty="0" smtClean="0"/>
              <a:t>(</a:t>
            </a:r>
            <a:r>
              <a:rPr lang="ko-KR" altLang="en-US" b="1" dirty="0" err="1" smtClean="0"/>
              <a:t>은나노</a:t>
            </a:r>
            <a:r>
              <a:rPr lang="ko-KR" altLang="en-US" b="1" dirty="0" smtClean="0"/>
              <a:t>  칫솔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214422"/>
            <a:ext cx="8229600" cy="521497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ko-KR" sz="3100" b="1" dirty="0" smtClean="0"/>
              <a:t>   </a:t>
            </a:r>
            <a:r>
              <a:rPr lang="en-US" altLang="ko-KR" sz="3400" b="1" dirty="0" smtClean="0"/>
              <a:t>&lt;</a:t>
            </a:r>
            <a:r>
              <a:rPr lang="ko-KR" altLang="en-US" sz="3400" b="1" dirty="0" err="1" smtClean="0"/>
              <a:t>은나노</a:t>
            </a:r>
            <a:r>
              <a:rPr lang="ko-KR" altLang="en-US" sz="3400" b="1" dirty="0" smtClean="0"/>
              <a:t> </a:t>
            </a:r>
            <a:r>
              <a:rPr lang="ko-KR" altLang="en-US" sz="3400" b="1" dirty="0" smtClean="0"/>
              <a:t>파워 플러스 </a:t>
            </a:r>
            <a:r>
              <a:rPr lang="en-US" altLang="ko-KR" sz="3400" b="1" dirty="0" err="1" smtClean="0"/>
              <a:t>Easyclean</a:t>
            </a:r>
            <a:r>
              <a:rPr lang="en-US" altLang="ko-KR" sz="3400" b="1" dirty="0" smtClean="0"/>
              <a:t> Ag </a:t>
            </a:r>
            <a:r>
              <a:rPr lang="en-US" altLang="ko-KR" sz="3400" b="1" dirty="0" err="1" smtClean="0"/>
              <a:t>PowerPlus</a:t>
            </a:r>
            <a:r>
              <a:rPr lang="en-US" altLang="ko-KR" sz="3400" b="1" dirty="0" smtClean="0"/>
              <a:t>&gt;</a:t>
            </a:r>
            <a:endParaRPr lang="en-US" altLang="ko-KR" sz="3400" b="1" dirty="0"/>
          </a:p>
          <a:p>
            <a:endParaRPr lang="en-US" altLang="ko-KR" sz="3100" b="1" dirty="0" smtClean="0"/>
          </a:p>
          <a:p>
            <a:r>
              <a:rPr lang="ko-KR" altLang="en-US" sz="3100" b="1" dirty="0" smtClean="0"/>
              <a:t>한양대학교 </a:t>
            </a:r>
            <a:r>
              <a:rPr lang="ko-KR" altLang="en-US" sz="3100" b="1" dirty="0"/>
              <a:t>공과대학원에서 장기간의 </a:t>
            </a:r>
            <a:r>
              <a:rPr lang="ko-KR" altLang="en-US" sz="3100" b="1" dirty="0" err="1"/>
              <a:t>임상실험을통해</a:t>
            </a:r>
            <a:endParaRPr lang="ko-KR" altLang="en-US" sz="3100" b="1" dirty="0"/>
          </a:p>
          <a:p>
            <a:r>
              <a:rPr lang="ko-KR" altLang="en-US" sz="3100" b="1" dirty="0" err="1"/>
              <a:t>칫솔모에</a:t>
            </a:r>
            <a:r>
              <a:rPr lang="ko-KR" altLang="en-US" sz="3100" b="1" dirty="0"/>
              <a:t> 서식하는 각종세균을 </a:t>
            </a:r>
            <a:r>
              <a:rPr lang="en-US" altLang="ko-KR" sz="3100" b="1" dirty="0"/>
              <a:t>99.9%</a:t>
            </a:r>
            <a:r>
              <a:rPr lang="ko-KR" altLang="en-US" sz="3100" b="1" dirty="0"/>
              <a:t>살균하며</a:t>
            </a:r>
            <a:r>
              <a:rPr lang="en-US" altLang="ko-KR" sz="3100" b="1" dirty="0"/>
              <a:t>,</a:t>
            </a:r>
          </a:p>
          <a:p>
            <a:r>
              <a:rPr lang="ko-KR" altLang="en-US" sz="3100" b="1" dirty="0"/>
              <a:t>차후 세균이 </a:t>
            </a:r>
            <a:r>
              <a:rPr lang="ko-KR" altLang="en-US" sz="3100" b="1" dirty="0" err="1"/>
              <a:t>더이상</a:t>
            </a:r>
            <a:r>
              <a:rPr lang="ko-KR" altLang="en-US" sz="3100" b="1" dirty="0"/>
              <a:t> 번식하지 못하는 </a:t>
            </a:r>
            <a:r>
              <a:rPr lang="ko-KR" altLang="en-US" sz="3100" b="1" dirty="0" err="1"/>
              <a:t>향균효과를</a:t>
            </a:r>
            <a:r>
              <a:rPr lang="ko-KR" altLang="en-US" sz="3100" b="1" dirty="0"/>
              <a:t> 입증하였습니다</a:t>
            </a:r>
            <a:r>
              <a:rPr lang="en-US" altLang="ko-KR" sz="3100" b="1" dirty="0"/>
              <a:t>,</a:t>
            </a:r>
          </a:p>
          <a:p>
            <a:r>
              <a:rPr lang="ko-KR" altLang="en-US" sz="3100" b="1" dirty="0"/>
              <a:t>살균</a:t>
            </a:r>
            <a:r>
              <a:rPr lang="en-US" altLang="ko-KR" sz="3100" b="1" dirty="0"/>
              <a:t>,</a:t>
            </a:r>
            <a:r>
              <a:rPr lang="ko-KR" altLang="en-US" sz="3100" b="1" dirty="0" err="1"/>
              <a:t>향균작용을</a:t>
            </a:r>
            <a:r>
              <a:rPr lang="ko-KR" altLang="en-US" sz="3100" b="1" dirty="0"/>
              <a:t> 통해서 </a:t>
            </a:r>
            <a:r>
              <a:rPr lang="ko-KR" altLang="en-US" sz="3100" b="1" dirty="0" err="1"/>
              <a:t>수억이상의</a:t>
            </a:r>
            <a:r>
              <a:rPr lang="ko-KR" altLang="en-US" sz="3100" b="1" dirty="0"/>
              <a:t> 세균을 칫솔을 통해 입안으로</a:t>
            </a:r>
          </a:p>
          <a:p>
            <a:r>
              <a:rPr lang="ko-KR" altLang="en-US" sz="3100" b="1" dirty="0"/>
              <a:t>이동시키는 경로를 </a:t>
            </a:r>
            <a:r>
              <a:rPr lang="ko-KR" altLang="en-US" sz="3100" b="1" dirty="0" err="1"/>
              <a:t>차단함으로서</a:t>
            </a:r>
            <a:r>
              <a:rPr lang="ko-KR" altLang="en-US" sz="3100" b="1" dirty="0"/>
              <a:t> 치아뿐만 아니라 </a:t>
            </a:r>
            <a:r>
              <a:rPr lang="ko-KR" altLang="en-US" sz="3100" b="1" dirty="0" smtClean="0"/>
              <a:t>입안전체를 효과적으로 </a:t>
            </a:r>
            <a:r>
              <a:rPr lang="ko-KR" altLang="en-US" sz="3100" b="1" dirty="0" err="1"/>
              <a:t>관리할수있습니다</a:t>
            </a:r>
            <a:r>
              <a:rPr lang="en-US" altLang="ko-KR" sz="3100" b="1" dirty="0" smtClean="0"/>
              <a:t>. </a:t>
            </a:r>
          </a:p>
          <a:p>
            <a:r>
              <a:rPr lang="en-US" altLang="ko-KR" sz="3100" b="1" dirty="0" smtClean="0"/>
              <a:t>NANO + SILVER</a:t>
            </a:r>
          </a:p>
          <a:p>
            <a:r>
              <a:rPr lang="en-US" altLang="ko-KR" sz="3100" b="1" dirty="0" smtClean="0"/>
              <a:t>99.9% </a:t>
            </a:r>
            <a:r>
              <a:rPr lang="ko-KR" altLang="en-US" sz="3100" b="1" dirty="0" smtClean="0"/>
              <a:t>살균효과</a:t>
            </a:r>
          </a:p>
          <a:p>
            <a:r>
              <a:rPr lang="ko-KR" altLang="en-US" sz="3100" b="1" dirty="0" smtClean="0"/>
              <a:t>국내최초임상실험 </a:t>
            </a:r>
            <a:r>
              <a:rPr lang="ko-KR" altLang="en-US" sz="3100" b="1" dirty="0" err="1" smtClean="0"/>
              <a:t>향균</a:t>
            </a:r>
            <a:r>
              <a:rPr lang="en-US" altLang="ko-KR" sz="3100" b="1" dirty="0" smtClean="0"/>
              <a:t>,</a:t>
            </a:r>
            <a:r>
              <a:rPr lang="ko-KR" altLang="en-US" sz="3100" b="1" dirty="0" smtClean="0"/>
              <a:t>살균효과 입증</a:t>
            </a:r>
          </a:p>
          <a:p>
            <a:r>
              <a:rPr lang="en-US" altLang="ko-KR" sz="3100" b="1" dirty="0" smtClean="0"/>
              <a:t>ISO9001;2000 </a:t>
            </a:r>
            <a:r>
              <a:rPr lang="ko-KR" altLang="en-US" sz="3100" b="1" dirty="0" smtClean="0"/>
              <a:t>인증</a:t>
            </a:r>
          </a:p>
          <a:p>
            <a:endParaRPr lang="en-US" altLang="ko-KR" sz="2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28654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altLang="ko-KR" sz="4700" b="1" dirty="0" smtClean="0"/>
              <a:t>               (</a:t>
            </a:r>
            <a:r>
              <a:rPr lang="ko-KR" altLang="en-US" sz="4700" b="1" dirty="0"/>
              <a:t>효능</a:t>
            </a:r>
            <a:r>
              <a:rPr lang="en-US" altLang="ko-KR" sz="4700" b="1" dirty="0"/>
              <a:t>,</a:t>
            </a:r>
            <a:r>
              <a:rPr lang="ko-KR" altLang="en-US" sz="4700" b="1" dirty="0"/>
              <a:t>효과</a:t>
            </a:r>
            <a:r>
              <a:rPr lang="en-US" altLang="ko-KR" sz="4700" b="1" dirty="0"/>
              <a:t>)</a:t>
            </a:r>
          </a:p>
          <a:p>
            <a:r>
              <a:rPr lang="ko-KR" altLang="en-US" b="1" dirty="0" err="1"/>
              <a:t>은나노가</a:t>
            </a:r>
            <a:r>
              <a:rPr lang="ko-KR" altLang="en-US" b="1" dirty="0"/>
              <a:t> 함유되어있는 </a:t>
            </a:r>
            <a:r>
              <a:rPr lang="ko-KR" altLang="en-US" b="1" dirty="0" err="1" smtClean="0"/>
              <a:t>고품격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웰빙</a:t>
            </a:r>
            <a:r>
              <a:rPr lang="ko-KR" altLang="en-US" b="1" dirty="0" smtClean="0"/>
              <a:t> </a:t>
            </a:r>
            <a:r>
              <a:rPr lang="ko-KR" altLang="en-US" b="1" dirty="0"/>
              <a:t>칫솔입니다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은은 세균 바이러스</a:t>
            </a:r>
            <a:r>
              <a:rPr lang="en-US" altLang="ko-KR" b="1" dirty="0"/>
              <a:t>,</a:t>
            </a:r>
            <a:r>
              <a:rPr lang="ko-KR" altLang="en-US" b="1" dirty="0"/>
              <a:t>곰팡이등 </a:t>
            </a:r>
            <a:r>
              <a:rPr lang="en-US" altLang="ko-KR" b="1" dirty="0"/>
              <a:t>650</a:t>
            </a:r>
            <a:r>
              <a:rPr lang="ko-KR" altLang="en-US" b="1" dirty="0"/>
              <a:t>여종의 균을 살균하는 강력한 천연 살균제입니다</a:t>
            </a:r>
            <a:r>
              <a:rPr lang="en-US" altLang="ko-KR" b="1" dirty="0"/>
              <a:t>.</a:t>
            </a:r>
          </a:p>
          <a:p>
            <a:r>
              <a:rPr lang="ko-KR" altLang="en-US" b="1" dirty="0" err="1"/>
              <a:t>이와같이</a:t>
            </a:r>
            <a:r>
              <a:rPr lang="ko-KR" altLang="en-US" b="1" dirty="0"/>
              <a:t> 은을 </a:t>
            </a:r>
            <a:r>
              <a:rPr lang="ko-KR" altLang="en-US" b="1" dirty="0" err="1"/>
              <a:t>나노</a:t>
            </a:r>
            <a:r>
              <a:rPr lang="ko-KR" altLang="en-US" b="1" dirty="0"/>
              <a:t> 입자의 형태로 가공하여 칫솔에 </a:t>
            </a:r>
            <a:r>
              <a:rPr lang="ko-KR" altLang="en-US" b="1" dirty="0" err="1"/>
              <a:t>첨가함으로서</a:t>
            </a:r>
            <a:endParaRPr lang="ko-KR" altLang="en-US" b="1" dirty="0"/>
          </a:p>
          <a:p>
            <a:r>
              <a:rPr lang="ko-KR" altLang="en-US" b="1" dirty="0"/>
              <a:t>치아건강 관리에 차별화된 도움을 줍니다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칫솔모의 구성이 </a:t>
            </a:r>
            <a:r>
              <a:rPr lang="ko-KR" altLang="en-US" b="1" dirty="0" err="1"/>
              <a:t>이중으로되어있어</a:t>
            </a:r>
            <a:r>
              <a:rPr lang="ko-KR" altLang="en-US" b="1" dirty="0"/>
              <a:t> 잇몸이 약하거나</a:t>
            </a:r>
            <a:r>
              <a:rPr lang="en-US" altLang="ko-KR" b="1" dirty="0"/>
              <a:t>,</a:t>
            </a:r>
            <a:r>
              <a:rPr lang="ko-KR" altLang="en-US" b="1" dirty="0"/>
              <a:t>이가 시린분께 더욱 좋습니다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치과병원</a:t>
            </a:r>
            <a:r>
              <a:rPr lang="en-US" altLang="ko-KR" b="1" dirty="0"/>
              <a:t>,</a:t>
            </a:r>
            <a:r>
              <a:rPr lang="ko-KR" altLang="en-US" b="1" dirty="0"/>
              <a:t>보험회사</a:t>
            </a:r>
            <a:r>
              <a:rPr lang="en-US" altLang="ko-KR" b="1" dirty="0"/>
              <a:t>,</a:t>
            </a:r>
            <a:r>
              <a:rPr lang="ko-KR" altLang="en-US" b="1" dirty="0"/>
              <a:t>교회</a:t>
            </a:r>
            <a:r>
              <a:rPr lang="en-US" altLang="ko-KR" b="1" dirty="0"/>
              <a:t>,</a:t>
            </a:r>
            <a:r>
              <a:rPr lang="ko-KR" altLang="en-US" b="1" dirty="0"/>
              <a:t>약국</a:t>
            </a:r>
            <a:r>
              <a:rPr lang="en-US" altLang="ko-KR" b="1" dirty="0"/>
              <a:t>,</a:t>
            </a:r>
            <a:r>
              <a:rPr lang="ko-KR" altLang="en-US" b="1" dirty="0"/>
              <a:t>각종단체</a:t>
            </a:r>
            <a:r>
              <a:rPr lang="en-US" altLang="ko-KR" b="1" dirty="0"/>
              <a:t>,</a:t>
            </a:r>
            <a:r>
              <a:rPr lang="ko-KR" altLang="en-US" b="1" dirty="0"/>
              <a:t>기업체특판</a:t>
            </a:r>
            <a:r>
              <a:rPr lang="en-US" altLang="ko-KR" b="1" dirty="0"/>
              <a:t>, </a:t>
            </a:r>
            <a:r>
              <a:rPr lang="ko-KR" altLang="en-US" b="1" dirty="0"/>
              <a:t>생활용품판매점</a:t>
            </a:r>
            <a:r>
              <a:rPr lang="en-US" altLang="ko-KR" b="1" dirty="0" smtClean="0"/>
              <a:t>,</a:t>
            </a:r>
            <a:r>
              <a:rPr lang="ko-KR" altLang="en-US" b="1" dirty="0" smtClean="0"/>
              <a:t>사은품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가정에 판매하기에 </a:t>
            </a:r>
            <a:r>
              <a:rPr lang="ko-KR" altLang="en-US" b="1" dirty="0"/>
              <a:t>아주 좋습니다</a:t>
            </a:r>
            <a:r>
              <a:rPr lang="en-US" altLang="ko-KR" b="1" dirty="0"/>
              <a:t>.</a:t>
            </a:r>
          </a:p>
          <a:p>
            <a:pPr>
              <a:buNone/>
            </a:pPr>
            <a:r>
              <a:rPr lang="en-US" altLang="ko-KR" b="1" dirty="0" smtClean="0"/>
              <a:t>             </a:t>
            </a:r>
            <a:r>
              <a:rPr lang="ko-KR" altLang="en-US" b="1" dirty="0" smtClean="0"/>
              <a:t>본사대표전화 </a:t>
            </a:r>
            <a:r>
              <a:rPr lang="en-US" altLang="ko-KR" b="1" dirty="0" smtClean="0"/>
              <a:t>:  02-3189-3289 </a:t>
            </a:r>
          </a:p>
          <a:p>
            <a:pPr>
              <a:buNone/>
            </a:pPr>
            <a:r>
              <a:rPr lang="ko-KR" altLang="en-US" b="1" dirty="0" smtClean="0"/>
              <a:t>             제  품  문  의 </a:t>
            </a:r>
            <a:r>
              <a:rPr lang="en-US" altLang="ko-KR" b="1" dirty="0"/>
              <a:t>: </a:t>
            </a:r>
            <a:r>
              <a:rPr lang="en-US" altLang="ko-KR" b="1" dirty="0" smtClean="0"/>
              <a:t>010-3025-9966</a:t>
            </a:r>
            <a:endParaRPr lang="en-US" altLang="ko-KR" b="1" dirty="0"/>
          </a:p>
          <a:p>
            <a:endParaRPr lang="ko-KR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(</a:t>
            </a:r>
            <a:r>
              <a:rPr lang="ko-KR" altLang="en-US" b="1" dirty="0" err="1" smtClean="0"/>
              <a:t>은나노</a:t>
            </a:r>
            <a:r>
              <a:rPr lang="ko-KR" altLang="en-US" b="1" dirty="0" smtClean="0"/>
              <a:t> 칫솔</a:t>
            </a:r>
            <a:r>
              <a:rPr lang="en-US" altLang="ko-KR" b="1" dirty="0" smtClean="0"/>
              <a:t>) </a:t>
            </a:r>
            <a:r>
              <a:rPr lang="en-US" altLang="ko-KR" sz="3600" b="1" dirty="0" smtClean="0"/>
              <a:t>ISO9001,2000</a:t>
            </a:r>
            <a:r>
              <a:rPr lang="ko-KR" altLang="en-US" sz="3600" b="1" dirty="0" smtClean="0"/>
              <a:t>인증</a:t>
            </a:r>
            <a:endParaRPr lang="ko-KR" altLang="en-US" sz="3600" b="1" dirty="0"/>
          </a:p>
        </p:txBody>
      </p:sp>
      <p:pic>
        <p:nvPicPr>
          <p:cNvPr id="4" name="내용 개체 틀 3" descr="2 copy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28596" y="1785926"/>
            <a:ext cx="4000528" cy="4572032"/>
          </a:xfrm>
        </p:spPr>
      </p:pic>
      <p:pic>
        <p:nvPicPr>
          <p:cNvPr id="5" name="그림 4" descr="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1" y="1785926"/>
            <a:ext cx="4143404" cy="4572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은나노 시험결과 002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28596" y="714356"/>
            <a:ext cx="4273504" cy="5875440"/>
          </a:xfrm>
        </p:spPr>
      </p:pic>
      <p:cxnSp>
        <p:nvCxnSpPr>
          <p:cNvPr id="18" name="직선 연결선 17"/>
          <p:cNvCxnSpPr/>
          <p:nvPr/>
        </p:nvCxnSpPr>
        <p:spPr>
          <a:xfrm>
            <a:off x="642910" y="1071546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rot="5400000">
            <a:off x="-1893139" y="3607595"/>
            <a:ext cx="5072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rot="5400000">
            <a:off x="1750199" y="3607595"/>
            <a:ext cx="5072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642910" y="6143644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 descr="은나노 시험결과 003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57686" y="500042"/>
            <a:ext cx="4215805" cy="6072230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4572000" y="1071546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572000" y="6143644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rot="5400000">
            <a:off x="2035951" y="3607595"/>
            <a:ext cx="5072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rot="5400000">
            <a:off x="5679289" y="3607595"/>
            <a:ext cx="5072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71604" y="214290"/>
            <a:ext cx="5572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smtClean="0"/>
              <a:t> (</a:t>
            </a:r>
            <a:r>
              <a:rPr lang="ko-KR" altLang="en-US" sz="3600" b="1" dirty="0" err="1" smtClean="0"/>
              <a:t>은나노</a:t>
            </a:r>
            <a:r>
              <a:rPr lang="ko-KR" altLang="en-US" sz="3600" b="1" dirty="0" smtClean="0"/>
              <a:t> 칫솔</a:t>
            </a:r>
            <a:r>
              <a:rPr lang="en-US" altLang="ko-KR" sz="3600" b="1" dirty="0" smtClean="0"/>
              <a:t>)</a:t>
            </a:r>
            <a:endParaRPr lang="ko-KR" altLang="en-US" sz="3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은나노 시험결과 004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28596" y="428604"/>
            <a:ext cx="4144107" cy="6215106"/>
          </a:xfrm>
        </p:spPr>
      </p:pic>
      <p:pic>
        <p:nvPicPr>
          <p:cNvPr id="5" name="그림 4" descr="은나노 시험결과 005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63900" y="357166"/>
            <a:ext cx="4780100" cy="6286544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642910" y="857232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572000" y="857232"/>
            <a:ext cx="41434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4572000" y="6143644"/>
            <a:ext cx="41434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42910" y="6143644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rot="5400000">
            <a:off x="-2000296" y="3500438"/>
            <a:ext cx="5286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rot="5400000">
            <a:off x="1643042" y="3500438"/>
            <a:ext cx="5286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rot="5400000">
            <a:off x="1928794" y="3500438"/>
            <a:ext cx="5286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rot="5400000">
            <a:off x="6072198" y="3500438"/>
            <a:ext cx="5286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057380" y="1"/>
            <a:ext cx="4300570" cy="642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 smtClean="0"/>
              <a:t> (</a:t>
            </a:r>
            <a:r>
              <a:rPr lang="ko-KR" altLang="en-US" sz="3600" b="1" dirty="0" err="1" smtClean="0"/>
              <a:t>은나노</a:t>
            </a:r>
            <a:r>
              <a:rPr lang="ko-KR" altLang="en-US" sz="3600" b="1" dirty="0" smtClean="0"/>
              <a:t> 칫솔</a:t>
            </a:r>
            <a:r>
              <a:rPr lang="en-US" altLang="ko-KR" sz="3600" b="1" dirty="0" smtClean="0"/>
              <a:t>)</a:t>
            </a:r>
            <a:endParaRPr lang="ko-KR" altLang="en-US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은나노 시험결과 006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28596" y="642918"/>
            <a:ext cx="4144107" cy="6215082"/>
          </a:xfrm>
        </p:spPr>
      </p:pic>
      <p:cxnSp>
        <p:nvCxnSpPr>
          <p:cNvPr id="6" name="직선 연결선 5"/>
          <p:cNvCxnSpPr/>
          <p:nvPr/>
        </p:nvCxnSpPr>
        <p:spPr>
          <a:xfrm>
            <a:off x="571472" y="928670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571472" y="5929330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 rot="5400000">
            <a:off x="-1928858" y="3429000"/>
            <a:ext cx="5000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rot="5400000">
            <a:off x="1714480" y="3429000"/>
            <a:ext cx="5000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2285984" y="0"/>
            <a:ext cx="3786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 smtClean="0"/>
              <a:t> (</a:t>
            </a:r>
            <a:r>
              <a:rPr lang="ko-KR" altLang="en-US" sz="3600" b="1" dirty="0" err="1" smtClean="0"/>
              <a:t>은나노</a:t>
            </a:r>
            <a:r>
              <a:rPr lang="ko-KR" altLang="en-US" sz="3600" b="1" dirty="0" smtClean="0"/>
              <a:t> 칫솔</a:t>
            </a:r>
            <a:r>
              <a:rPr lang="en-US" altLang="ko-KR" sz="3600" b="1" dirty="0" smtClean="0"/>
              <a:t>)</a:t>
            </a:r>
            <a:endParaRPr lang="ko-KR" altLang="en-US" sz="36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은나노 시험결과 007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-1"/>
            <a:ext cx="4572032" cy="6817545"/>
          </a:xfrm>
        </p:spPr>
      </p:pic>
      <p:pic>
        <p:nvPicPr>
          <p:cNvPr id="5" name="그림 4" descr="은나노 시험결과 008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43372" y="0"/>
            <a:ext cx="5000627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1670" y="0"/>
            <a:ext cx="485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smtClean="0"/>
              <a:t>(</a:t>
            </a:r>
            <a:r>
              <a:rPr lang="ko-KR" altLang="en-US" sz="3600" b="1" dirty="0" smtClean="0"/>
              <a:t>시험 성적서</a:t>
            </a:r>
            <a:r>
              <a:rPr lang="en-US" altLang="ko-KR" sz="3600" b="1" dirty="0" smtClean="0"/>
              <a:t>)</a:t>
            </a:r>
            <a:endParaRPr lang="ko-KR" altLang="en-US" sz="3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은나노 시험결과 009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214290"/>
            <a:ext cx="4832306" cy="6643710"/>
          </a:xfrm>
        </p:spPr>
      </p:pic>
      <p:pic>
        <p:nvPicPr>
          <p:cNvPr id="5" name="그림 4" descr="은나노 시험결과 010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57686" y="214290"/>
            <a:ext cx="4786314" cy="66437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00298" y="0"/>
            <a:ext cx="392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smtClean="0"/>
              <a:t>(</a:t>
            </a:r>
            <a:r>
              <a:rPr lang="ko-KR" altLang="en-US" sz="3600" b="1" dirty="0" smtClean="0"/>
              <a:t>시험 성적서</a:t>
            </a:r>
            <a:r>
              <a:rPr lang="en-US" altLang="ko-KR" sz="3600" b="1" dirty="0" smtClean="0"/>
              <a:t>)</a:t>
            </a:r>
            <a:endParaRPr lang="ko-KR" altLang="en-US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감사합니다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>
              <a:buNone/>
            </a:pPr>
            <a:r>
              <a:rPr lang="en-US" altLang="ko-KR" b="1" dirty="0" smtClean="0"/>
              <a:t>(</a:t>
            </a:r>
            <a:r>
              <a:rPr lang="ko-KR" altLang="en-US" b="1" dirty="0" smtClean="0"/>
              <a:t>제품 </a:t>
            </a:r>
            <a:r>
              <a:rPr lang="ko-KR" altLang="en-US" b="1" smtClean="0"/>
              <a:t>주문고객센타</a:t>
            </a:r>
            <a:r>
              <a:rPr lang="en-US" altLang="ko-KR" b="1" smtClean="0"/>
              <a:t>)</a:t>
            </a:r>
            <a:endParaRPr lang="en-US" altLang="ko-KR" b="1" dirty="0" smtClean="0"/>
          </a:p>
          <a:p>
            <a:pPr algn="ctr">
              <a:buNone/>
            </a:pPr>
            <a:r>
              <a:rPr lang="ko-KR" altLang="en-US" b="1" dirty="0" smtClean="0"/>
              <a:t>대표전화</a:t>
            </a:r>
            <a:r>
              <a:rPr lang="en-US" altLang="ko-KR" b="1" dirty="0" smtClean="0"/>
              <a:t>:02-318-3289</a:t>
            </a:r>
          </a:p>
          <a:p>
            <a:pPr algn="ctr">
              <a:buNone/>
            </a:pPr>
            <a:r>
              <a:rPr lang="en-US" altLang="ko-KR" b="1" dirty="0" smtClean="0"/>
              <a:t>               </a:t>
            </a:r>
            <a:r>
              <a:rPr lang="en-US" altLang="ko-KR" b="1" dirty="0" smtClean="0"/>
              <a:t>010-3025-9966 </a:t>
            </a:r>
          </a:p>
          <a:p>
            <a:pPr algn="ctr">
              <a:buNone/>
            </a:pPr>
            <a:r>
              <a:rPr lang="en-US" altLang="ko-KR" b="1" dirty="0" smtClean="0"/>
              <a:t>(</a:t>
            </a:r>
            <a:r>
              <a:rPr lang="ko-KR" altLang="en-US" b="1" dirty="0" smtClean="0"/>
              <a:t>주소</a:t>
            </a:r>
            <a:r>
              <a:rPr lang="en-US" altLang="ko-KR" b="1" dirty="0" smtClean="0"/>
              <a:t>:</a:t>
            </a:r>
            <a:r>
              <a:rPr lang="ko-KR" altLang="en-US" b="1" dirty="0" smtClean="0"/>
              <a:t>서울시중구남창동</a:t>
            </a:r>
            <a:r>
              <a:rPr lang="en-US" altLang="ko-KR" b="1" dirty="0" smtClean="0"/>
              <a:t>47</a:t>
            </a:r>
            <a:r>
              <a:rPr lang="ko-KR" altLang="en-US" b="1" dirty="0" smtClean="0"/>
              <a:t>번지</a:t>
            </a:r>
            <a:r>
              <a:rPr lang="en-US" altLang="ko-KR" b="1" dirty="0" smtClean="0"/>
              <a:t>B2-56</a:t>
            </a:r>
            <a:r>
              <a:rPr lang="ko-KR" altLang="en-US" b="1" dirty="0" smtClean="0"/>
              <a:t>호</a:t>
            </a:r>
            <a:r>
              <a:rPr lang="en-US" altLang="ko-KR" b="1" dirty="0" smtClean="0"/>
              <a:t>)</a:t>
            </a:r>
            <a:r>
              <a:rPr lang="en-US" altLang="ko-KR" b="1" dirty="0" smtClean="0"/>
              <a:t>   </a:t>
            </a:r>
            <a:endParaRPr lang="ko-KR" alt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199</Words>
  <Application>Microsoft Office PowerPoint</Application>
  <PresentationFormat>화면 슬라이드 쇼(4:3)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은나노 칫솔 (Nano+Silver) (임상실험 향균,살균효과입증)</vt:lpstr>
      <vt:lpstr>(은나노  칫솔)</vt:lpstr>
      <vt:lpstr>슬라이드 3</vt:lpstr>
      <vt:lpstr>(은나노 칫솔) ISO9001,2000인증</vt:lpstr>
      <vt:lpstr>슬라이드 5</vt:lpstr>
      <vt:lpstr>슬라이드 6</vt:lpstr>
      <vt:lpstr>슬라이드 7</vt:lpstr>
      <vt:lpstr>슬라이드 8</vt:lpstr>
      <vt:lpstr>슬라이드 9</vt:lpstr>
      <vt:lpstr>감사합니다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은나노 칫솔 사업 제안서</dc:title>
  <dc:creator>Windows XP</dc:creator>
  <cp:lastModifiedBy>Windows XP</cp:lastModifiedBy>
  <cp:revision>28</cp:revision>
  <dcterms:created xsi:type="dcterms:W3CDTF">2014-04-10T01:13:59Z</dcterms:created>
  <dcterms:modified xsi:type="dcterms:W3CDTF">2014-04-21T13:59:10Z</dcterms:modified>
</cp:coreProperties>
</file>