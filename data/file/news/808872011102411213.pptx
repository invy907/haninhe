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3" r:id="rId2"/>
    <p:sldMasterId id="2147483655" r:id="rId3"/>
    <p:sldMasterId id="2147483665" r:id="rId4"/>
  </p:sldMasterIdLst>
  <p:notesMasterIdLst>
    <p:notesMasterId r:id="rId15"/>
  </p:notesMasterIdLst>
  <p:handoutMasterIdLst>
    <p:handoutMasterId r:id="rId16"/>
  </p:handoutMasterIdLst>
  <p:sldIdLst>
    <p:sldId id="365" r:id="rId5"/>
    <p:sldId id="259" r:id="rId6"/>
    <p:sldId id="435" r:id="rId7"/>
    <p:sldId id="436" r:id="rId8"/>
    <p:sldId id="437" r:id="rId9"/>
    <p:sldId id="438" r:id="rId10"/>
    <p:sldId id="440" r:id="rId11"/>
    <p:sldId id="439" r:id="rId12"/>
    <p:sldId id="441" r:id="rId13"/>
    <p:sldId id="392" r:id="rId14"/>
  </p:sldIdLst>
  <p:sldSz cx="9144000" cy="6858000" type="screen4x3"/>
  <p:notesSz cx="6669088" cy="97536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0000"/>
    <a:srgbClr val="A50021"/>
    <a:srgbClr val="0066FF"/>
    <a:srgbClr val="FF7C80"/>
    <a:srgbClr val="CCFFCC"/>
    <a:srgbClr val="663300"/>
    <a:srgbClr val="99FF66"/>
    <a:srgbClr val="003300"/>
    <a:srgbClr val="003399"/>
    <a:srgbClr val="0000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228" autoAdjust="0"/>
    <p:restoredTop sz="94508" autoAdjust="0"/>
  </p:normalViewPr>
  <p:slideViewPr>
    <p:cSldViewPr>
      <p:cViewPr varScale="1">
        <p:scale>
          <a:sx n="97" d="100"/>
          <a:sy n="97" d="100"/>
        </p:scale>
        <p:origin x="-114" y="-222"/>
      </p:cViewPr>
      <p:guideLst>
        <p:guide orient="horz" pos="2160"/>
        <p:guide orient="horz" pos="4020"/>
        <p:guide orient="horz" pos="754"/>
        <p:guide pos="2880"/>
        <p:guide pos="204"/>
        <p:guide pos="55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052694-C90B-49B9-B583-114FA9AD664E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869CAE8B-9E08-4E86-A55D-4B89D90B9BB7}">
      <dgm:prSet phldrT="[텍스트]" custT="1"/>
      <dgm:spPr/>
      <dgm:t>
        <a:bodyPr/>
        <a:lstStyle/>
        <a:p>
          <a:pPr latinLnBrk="1"/>
          <a:r>
            <a:rPr lang="ko-KR" altLang="en-US" sz="2800" b="1" dirty="0" smtClean="0"/>
            <a:t>국내혜택</a:t>
          </a:r>
          <a:endParaRPr lang="ko-KR" altLang="en-US" sz="2800" b="1" dirty="0"/>
        </a:p>
      </dgm:t>
    </dgm:pt>
    <dgm:pt modelId="{F6EC2DE5-FDAD-417C-9C61-D48288B7BA72}" type="parTrans" cxnId="{8641D6BA-D546-4F46-B1B4-8EC9251E0ED0}">
      <dgm:prSet/>
      <dgm:spPr/>
      <dgm:t>
        <a:bodyPr/>
        <a:lstStyle/>
        <a:p>
          <a:pPr latinLnBrk="1"/>
          <a:endParaRPr lang="ko-KR" altLang="en-US"/>
        </a:p>
      </dgm:t>
    </dgm:pt>
    <dgm:pt modelId="{0034DB46-79C9-4244-9682-F65930F6142D}" type="sibTrans" cxnId="{8641D6BA-D546-4F46-B1B4-8EC9251E0ED0}">
      <dgm:prSet/>
      <dgm:spPr/>
      <dgm:t>
        <a:bodyPr/>
        <a:lstStyle/>
        <a:p>
          <a:pPr latinLnBrk="1"/>
          <a:endParaRPr lang="ko-KR" altLang="en-US"/>
        </a:p>
      </dgm:t>
    </dgm:pt>
    <dgm:pt modelId="{A585A51A-E194-4CAA-93E6-525CF76A21ED}">
      <dgm:prSet phldrT="[텍스트]" custT="1"/>
      <dgm:spPr/>
      <dgm:t>
        <a:bodyPr/>
        <a:lstStyle/>
        <a:p>
          <a:pPr latinLnBrk="1"/>
          <a:r>
            <a:rPr lang="ko-KR" altLang="en-US" sz="2000" b="1" dirty="0" smtClean="0"/>
            <a:t>수출입 신고내용 심사</a:t>
          </a:r>
          <a:r>
            <a:rPr lang="en-US" altLang="ko-KR" sz="2000" b="1" dirty="0" smtClean="0"/>
            <a:t>, </a:t>
          </a:r>
          <a:r>
            <a:rPr lang="ko-KR" altLang="en-US" sz="2000" b="1" dirty="0" smtClean="0"/>
            <a:t>현품검사 원칙적 생략</a:t>
          </a:r>
          <a:endParaRPr lang="ko-KR" altLang="en-US" sz="2000" b="1" dirty="0"/>
        </a:p>
      </dgm:t>
    </dgm:pt>
    <dgm:pt modelId="{35F63BDE-65F7-4C1E-8F55-35A7D524BCA5}" type="parTrans" cxnId="{9EA03CCA-AC7B-421D-953E-308F91467940}">
      <dgm:prSet/>
      <dgm:spPr/>
      <dgm:t>
        <a:bodyPr/>
        <a:lstStyle/>
        <a:p>
          <a:pPr latinLnBrk="1"/>
          <a:endParaRPr lang="ko-KR" altLang="en-US"/>
        </a:p>
      </dgm:t>
    </dgm:pt>
    <dgm:pt modelId="{4EEF177A-F956-41ED-BB87-6A409C7203A9}" type="sibTrans" cxnId="{9EA03CCA-AC7B-421D-953E-308F91467940}">
      <dgm:prSet/>
      <dgm:spPr/>
      <dgm:t>
        <a:bodyPr/>
        <a:lstStyle/>
        <a:p>
          <a:pPr latinLnBrk="1"/>
          <a:endParaRPr lang="ko-KR" altLang="en-US"/>
        </a:p>
      </dgm:t>
    </dgm:pt>
    <dgm:pt modelId="{BC353126-8C03-4CC4-BF12-F0AA0B7E0456}">
      <dgm:prSet phldrT="[텍스트]" custT="1"/>
      <dgm:spPr/>
      <dgm:t>
        <a:bodyPr/>
        <a:lstStyle/>
        <a:p>
          <a:pPr latinLnBrk="1"/>
          <a:r>
            <a:rPr lang="ko-KR" altLang="en-US" sz="2000" b="1" dirty="0" smtClean="0"/>
            <a:t>관세납부 전 수입물품  반출∙사용 가능</a:t>
          </a:r>
          <a:endParaRPr lang="ko-KR" altLang="en-US" sz="2000" b="1" dirty="0"/>
        </a:p>
      </dgm:t>
    </dgm:pt>
    <dgm:pt modelId="{BAE4A5ED-F935-4B9F-AD23-58BADD84F144}" type="parTrans" cxnId="{0B35F477-3A29-4DA0-ADE8-2E47A7123052}">
      <dgm:prSet/>
      <dgm:spPr/>
      <dgm:t>
        <a:bodyPr/>
        <a:lstStyle/>
        <a:p>
          <a:pPr latinLnBrk="1"/>
          <a:endParaRPr lang="ko-KR" altLang="en-US"/>
        </a:p>
      </dgm:t>
    </dgm:pt>
    <dgm:pt modelId="{44FE359A-58A9-4AB0-A4EC-7CB21DD6E60D}" type="sibTrans" cxnId="{0B35F477-3A29-4DA0-ADE8-2E47A7123052}">
      <dgm:prSet/>
      <dgm:spPr/>
      <dgm:t>
        <a:bodyPr/>
        <a:lstStyle/>
        <a:p>
          <a:pPr latinLnBrk="1"/>
          <a:endParaRPr lang="ko-KR" altLang="en-US"/>
        </a:p>
      </dgm:t>
    </dgm:pt>
    <dgm:pt modelId="{C55A3978-0AC7-4C88-A10A-7B343154AAE3}">
      <dgm:prSet phldrT="[텍스트]" custT="1"/>
      <dgm:spPr/>
      <dgm:t>
        <a:bodyPr/>
        <a:lstStyle/>
        <a:p>
          <a:pPr latinLnBrk="1"/>
          <a:r>
            <a:rPr lang="ko-KR" altLang="en-US" sz="2000" b="1" dirty="0" smtClean="0"/>
            <a:t>수출물품 보세구역  </a:t>
          </a:r>
          <a:r>
            <a:rPr lang="ko-KR" altLang="en-US" sz="2000" b="1" dirty="0" err="1" smtClean="0"/>
            <a:t>미반입</a:t>
          </a:r>
          <a:r>
            <a:rPr lang="ko-KR" altLang="en-US" sz="2000" b="1" dirty="0" smtClean="0"/>
            <a:t> 상태 수출허가</a:t>
          </a:r>
          <a:endParaRPr lang="ko-KR" altLang="en-US" sz="2000" b="1" dirty="0"/>
        </a:p>
      </dgm:t>
    </dgm:pt>
    <dgm:pt modelId="{D347B67E-96A8-4A99-9C3B-7D7594617D12}" type="parTrans" cxnId="{C9DB9590-D63E-4518-B4CF-0D2BF0C5E6E2}">
      <dgm:prSet/>
      <dgm:spPr/>
      <dgm:t>
        <a:bodyPr/>
        <a:lstStyle/>
        <a:p>
          <a:pPr latinLnBrk="1"/>
          <a:endParaRPr lang="ko-KR" altLang="en-US"/>
        </a:p>
      </dgm:t>
    </dgm:pt>
    <dgm:pt modelId="{2CB0D3C5-ED90-4636-9C5B-D3CDB2D5D419}" type="sibTrans" cxnId="{C9DB9590-D63E-4518-B4CF-0D2BF0C5E6E2}">
      <dgm:prSet/>
      <dgm:spPr/>
      <dgm:t>
        <a:bodyPr/>
        <a:lstStyle/>
        <a:p>
          <a:pPr latinLnBrk="1"/>
          <a:endParaRPr lang="ko-KR" altLang="en-US"/>
        </a:p>
      </dgm:t>
    </dgm:pt>
    <dgm:pt modelId="{F6D72FFB-E855-4385-B2F4-54BA1957E4AA}">
      <dgm:prSet phldrT="[텍스트]" custT="1"/>
      <dgm:spPr/>
      <dgm:t>
        <a:bodyPr/>
        <a:lstStyle/>
        <a:p>
          <a:pPr latinLnBrk="1"/>
          <a:endParaRPr lang="ko-KR" altLang="en-US" sz="2000" dirty="0"/>
        </a:p>
      </dgm:t>
    </dgm:pt>
    <dgm:pt modelId="{C628D220-7B87-4ED3-9F92-EA9FF935FB47}" type="parTrans" cxnId="{34C4698A-0BDB-4062-A39A-862D813933E3}">
      <dgm:prSet/>
      <dgm:spPr/>
      <dgm:t>
        <a:bodyPr/>
        <a:lstStyle/>
        <a:p>
          <a:pPr latinLnBrk="1"/>
          <a:endParaRPr lang="ko-KR" altLang="en-US"/>
        </a:p>
      </dgm:t>
    </dgm:pt>
    <dgm:pt modelId="{7DC447B3-8ECF-4453-9AFE-AFEB00EBE3F3}" type="sibTrans" cxnId="{34C4698A-0BDB-4062-A39A-862D813933E3}">
      <dgm:prSet/>
      <dgm:spPr/>
      <dgm:t>
        <a:bodyPr/>
        <a:lstStyle/>
        <a:p>
          <a:pPr latinLnBrk="1"/>
          <a:endParaRPr lang="ko-KR" altLang="en-US"/>
        </a:p>
      </dgm:t>
    </dgm:pt>
    <dgm:pt modelId="{5A8372DB-EF80-4F5C-843D-5127E7279162}" type="pres">
      <dgm:prSet presAssocID="{2B052694-C90B-49B9-B583-114FA9AD664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16F62B6-7B8D-4A84-A08F-69A1D7671091}" type="pres">
      <dgm:prSet presAssocID="{869CAE8B-9E08-4E86-A55D-4B89D90B9BB7}" presName="composite" presStyleCnt="0"/>
      <dgm:spPr/>
    </dgm:pt>
    <dgm:pt modelId="{5BCA3C72-25D8-4E18-A95A-42D91FAC2CD2}" type="pres">
      <dgm:prSet presAssocID="{869CAE8B-9E08-4E86-A55D-4B89D90B9BB7}" presName="parTx" presStyleLbl="alignNode1" presStyleIdx="0" presStyleCnt="1" custScaleX="100000" custScaleY="90527" custLinFactY="-42242" custLinFactNeighborY="-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FF91ED4-9C05-40D4-902D-6317D120B289}" type="pres">
      <dgm:prSet presAssocID="{869CAE8B-9E08-4E86-A55D-4B89D90B9BB7}" presName="desTx" presStyleLbl="alignAccFollowNode1" presStyleIdx="0" presStyleCnt="1" custScaleY="129637" custLinFactNeighborY="20857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03047330-09FB-4750-991A-AAC88DEF9A5E}" type="presOf" srcId="{869CAE8B-9E08-4E86-A55D-4B89D90B9BB7}" destId="{5BCA3C72-25D8-4E18-A95A-42D91FAC2CD2}" srcOrd="0" destOrd="0" presId="urn:microsoft.com/office/officeart/2005/8/layout/hList1"/>
    <dgm:cxn modelId="{9F304A77-38AD-4834-9F9F-E3F8303A93A3}" type="presOf" srcId="{2B052694-C90B-49B9-B583-114FA9AD664E}" destId="{5A8372DB-EF80-4F5C-843D-5127E7279162}" srcOrd="0" destOrd="0" presId="urn:microsoft.com/office/officeart/2005/8/layout/hList1"/>
    <dgm:cxn modelId="{C42EF5BE-34CB-4764-BD19-FE667ACE05E3}" type="presOf" srcId="{A585A51A-E194-4CAA-93E6-525CF76A21ED}" destId="{1FF91ED4-9C05-40D4-902D-6317D120B289}" srcOrd="0" destOrd="1" presId="urn:microsoft.com/office/officeart/2005/8/layout/hList1"/>
    <dgm:cxn modelId="{C9DB9590-D63E-4518-B4CF-0D2BF0C5E6E2}" srcId="{869CAE8B-9E08-4E86-A55D-4B89D90B9BB7}" destId="{C55A3978-0AC7-4C88-A10A-7B343154AAE3}" srcOrd="3" destOrd="0" parTransId="{D347B67E-96A8-4A99-9C3B-7D7594617D12}" sibTransId="{2CB0D3C5-ED90-4636-9C5B-D3CDB2D5D419}"/>
    <dgm:cxn modelId="{821E0BAF-60DA-429D-9FE1-384E871F1FD7}" type="presOf" srcId="{BC353126-8C03-4CC4-BF12-F0AA0B7E0456}" destId="{1FF91ED4-9C05-40D4-902D-6317D120B289}" srcOrd="0" destOrd="2" presId="urn:microsoft.com/office/officeart/2005/8/layout/hList1"/>
    <dgm:cxn modelId="{34C4698A-0BDB-4062-A39A-862D813933E3}" srcId="{869CAE8B-9E08-4E86-A55D-4B89D90B9BB7}" destId="{F6D72FFB-E855-4385-B2F4-54BA1957E4AA}" srcOrd="0" destOrd="0" parTransId="{C628D220-7B87-4ED3-9F92-EA9FF935FB47}" sibTransId="{7DC447B3-8ECF-4453-9AFE-AFEB00EBE3F3}"/>
    <dgm:cxn modelId="{AFC40C9F-8968-4C85-B1A4-BCE4F2AC2742}" type="presOf" srcId="{C55A3978-0AC7-4C88-A10A-7B343154AAE3}" destId="{1FF91ED4-9C05-40D4-902D-6317D120B289}" srcOrd="0" destOrd="3" presId="urn:microsoft.com/office/officeart/2005/8/layout/hList1"/>
    <dgm:cxn modelId="{0B35F477-3A29-4DA0-ADE8-2E47A7123052}" srcId="{869CAE8B-9E08-4E86-A55D-4B89D90B9BB7}" destId="{BC353126-8C03-4CC4-BF12-F0AA0B7E0456}" srcOrd="2" destOrd="0" parTransId="{BAE4A5ED-F935-4B9F-AD23-58BADD84F144}" sibTransId="{44FE359A-58A9-4AB0-A4EC-7CB21DD6E60D}"/>
    <dgm:cxn modelId="{9EA03CCA-AC7B-421D-953E-308F91467940}" srcId="{869CAE8B-9E08-4E86-A55D-4B89D90B9BB7}" destId="{A585A51A-E194-4CAA-93E6-525CF76A21ED}" srcOrd="1" destOrd="0" parTransId="{35F63BDE-65F7-4C1E-8F55-35A7D524BCA5}" sibTransId="{4EEF177A-F956-41ED-BB87-6A409C7203A9}"/>
    <dgm:cxn modelId="{8641D6BA-D546-4F46-B1B4-8EC9251E0ED0}" srcId="{2B052694-C90B-49B9-B583-114FA9AD664E}" destId="{869CAE8B-9E08-4E86-A55D-4B89D90B9BB7}" srcOrd="0" destOrd="0" parTransId="{F6EC2DE5-FDAD-417C-9C61-D48288B7BA72}" sibTransId="{0034DB46-79C9-4244-9682-F65930F6142D}"/>
    <dgm:cxn modelId="{05E1064B-48DA-4DD8-8476-8A4CA6624FF4}" type="presOf" srcId="{F6D72FFB-E855-4385-B2F4-54BA1957E4AA}" destId="{1FF91ED4-9C05-40D4-902D-6317D120B289}" srcOrd="0" destOrd="0" presId="urn:microsoft.com/office/officeart/2005/8/layout/hList1"/>
    <dgm:cxn modelId="{C3453783-197C-4AC5-AB73-885F5AF6EAB8}" type="presParOf" srcId="{5A8372DB-EF80-4F5C-843D-5127E7279162}" destId="{616F62B6-7B8D-4A84-A08F-69A1D7671091}" srcOrd="0" destOrd="0" presId="urn:microsoft.com/office/officeart/2005/8/layout/hList1"/>
    <dgm:cxn modelId="{8F932B76-F4B7-4A5B-9EAE-BE4712E0AF9A}" type="presParOf" srcId="{616F62B6-7B8D-4A84-A08F-69A1D7671091}" destId="{5BCA3C72-25D8-4E18-A95A-42D91FAC2CD2}" srcOrd="0" destOrd="0" presId="urn:microsoft.com/office/officeart/2005/8/layout/hList1"/>
    <dgm:cxn modelId="{A6A42D09-E161-472D-ADF1-DB582A1D0ADA}" type="presParOf" srcId="{616F62B6-7B8D-4A84-A08F-69A1D7671091}" destId="{1FF91ED4-9C05-40D4-902D-6317D120B28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052694-C90B-49B9-B583-114FA9AD664E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pPr latinLnBrk="1"/>
          <a:endParaRPr lang="ko-KR" altLang="en-US"/>
        </a:p>
      </dgm:t>
    </dgm:pt>
    <dgm:pt modelId="{869CAE8B-9E08-4E86-A55D-4B89D90B9BB7}">
      <dgm:prSet phldrT="[텍스트]" custT="1"/>
      <dgm:spPr/>
      <dgm:t>
        <a:bodyPr/>
        <a:lstStyle/>
        <a:p>
          <a:pPr latinLnBrk="1"/>
          <a:r>
            <a:rPr lang="en-US" altLang="ko-KR" sz="2800" b="1" dirty="0" smtClean="0"/>
            <a:t>MRA </a:t>
          </a:r>
          <a:r>
            <a:rPr lang="ko-KR" altLang="en-US" sz="2800" b="1" dirty="0" smtClean="0"/>
            <a:t>혜택</a:t>
          </a:r>
          <a:endParaRPr lang="ko-KR" altLang="en-US" sz="2800" b="1" dirty="0"/>
        </a:p>
      </dgm:t>
    </dgm:pt>
    <dgm:pt modelId="{F6EC2DE5-FDAD-417C-9C61-D48288B7BA72}" type="parTrans" cxnId="{8641D6BA-D546-4F46-B1B4-8EC9251E0ED0}">
      <dgm:prSet/>
      <dgm:spPr/>
      <dgm:t>
        <a:bodyPr/>
        <a:lstStyle/>
        <a:p>
          <a:pPr latinLnBrk="1"/>
          <a:endParaRPr lang="ko-KR" altLang="en-US"/>
        </a:p>
      </dgm:t>
    </dgm:pt>
    <dgm:pt modelId="{0034DB46-79C9-4244-9682-F65930F6142D}" type="sibTrans" cxnId="{8641D6BA-D546-4F46-B1B4-8EC9251E0ED0}">
      <dgm:prSet/>
      <dgm:spPr/>
      <dgm:t>
        <a:bodyPr/>
        <a:lstStyle/>
        <a:p>
          <a:pPr latinLnBrk="1"/>
          <a:endParaRPr lang="ko-KR" altLang="en-US"/>
        </a:p>
      </dgm:t>
    </dgm:pt>
    <dgm:pt modelId="{42A1C389-E4EB-49CB-B98A-A28A14B4A85B}">
      <dgm:prSet phldrT="[텍스트]" custT="1"/>
      <dgm:spPr/>
      <dgm:t>
        <a:bodyPr/>
        <a:lstStyle/>
        <a:p>
          <a:pPr latinLnBrk="1"/>
          <a:r>
            <a:rPr lang="ko-KR" altLang="en-US" sz="2000" b="1" dirty="0" smtClean="0"/>
            <a:t>국제물류 리드타임  단축</a:t>
          </a:r>
          <a:endParaRPr lang="ko-KR" altLang="en-US" sz="1400" b="1" dirty="0"/>
        </a:p>
      </dgm:t>
    </dgm:pt>
    <dgm:pt modelId="{A3EF1101-D1A4-4750-9515-437BE64A039F}" type="parTrans" cxnId="{7A57C464-F7F2-4889-A202-34AEEAF0DB0C}">
      <dgm:prSet/>
      <dgm:spPr/>
      <dgm:t>
        <a:bodyPr/>
        <a:lstStyle/>
        <a:p>
          <a:pPr latinLnBrk="1"/>
          <a:endParaRPr lang="ko-KR" altLang="en-US"/>
        </a:p>
      </dgm:t>
    </dgm:pt>
    <dgm:pt modelId="{E4B1BB43-7D53-480F-98DF-FC0DDDC2AE2A}" type="sibTrans" cxnId="{7A57C464-F7F2-4889-A202-34AEEAF0DB0C}">
      <dgm:prSet/>
      <dgm:spPr/>
      <dgm:t>
        <a:bodyPr/>
        <a:lstStyle/>
        <a:p>
          <a:pPr latinLnBrk="1"/>
          <a:endParaRPr lang="ko-KR" altLang="en-US"/>
        </a:p>
      </dgm:t>
    </dgm:pt>
    <dgm:pt modelId="{5FC74061-0F01-47F5-A8F6-3DD6DE76093C}">
      <dgm:prSet phldrT="[텍스트]" custT="1"/>
      <dgm:spPr/>
      <dgm:t>
        <a:bodyPr/>
        <a:lstStyle/>
        <a:p>
          <a:pPr latinLnBrk="1"/>
          <a:r>
            <a:rPr lang="ko-KR" altLang="en-US" sz="2000" b="1" dirty="0" smtClean="0"/>
            <a:t>국제적 신인도 향상</a:t>
          </a:r>
          <a:endParaRPr lang="ko-KR" altLang="en-US" sz="2000" b="1" dirty="0"/>
        </a:p>
      </dgm:t>
    </dgm:pt>
    <dgm:pt modelId="{4B5A5EE9-0F3A-4472-A70D-E3DC36945AC4}" type="parTrans" cxnId="{B12EFB13-E8B3-479C-83C2-AB86CF858F41}">
      <dgm:prSet/>
      <dgm:spPr/>
      <dgm:t>
        <a:bodyPr/>
        <a:lstStyle/>
        <a:p>
          <a:pPr latinLnBrk="1"/>
          <a:endParaRPr lang="ko-KR" altLang="en-US"/>
        </a:p>
      </dgm:t>
    </dgm:pt>
    <dgm:pt modelId="{63F470EE-67A0-4E00-8E82-83EA3FBC3D16}" type="sibTrans" cxnId="{B12EFB13-E8B3-479C-83C2-AB86CF858F41}">
      <dgm:prSet/>
      <dgm:spPr/>
      <dgm:t>
        <a:bodyPr/>
        <a:lstStyle/>
        <a:p>
          <a:pPr latinLnBrk="1"/>
          <a:endParaRPr lang="ko-KR" altLang="en-US"/>
        </a:p>
      </dgm:t>
    </dgm:pt>
    <dgm:pt modelId="{9988DC4E-51BC-43BF-AB30-0B656B28C876}">
      <dgm:prSet phldrT="[텍스트]" custT="1"/>
      <dgm:spPr/>
      <dgm:t>
        <a:bodyPr/>
        <a:lstStyle/>
        <a:p>
          <a:pPr latinLnBrk="1"/>
          <a:r>
            <a:rPr lang="en-US" altLang="ko-KR" sz="2000" b="1" dirty="0" smtClean="0"/>
            <a:t>AEO </a:t>
          </a:r>
          <a:r>
            <a:rPr lang="ko-KR" altLang="en-US" sz="2000" b="1" dirty="0" smtClean="0"/>
            <a:t>상호인정협정</a:t>
          </a:r>
          <a:r>
            <a:rPr lang="en-US" altLang="ko-KR" sz="2000" b="1" dirty="0" smtClean="0"/>
            <a:t>(MRA)</a:t>
          </a:r>
          <a:r>
            <a:rPr lang="ko-KR" altLang="en-US" sz="2000" b="1" dirty="0" smtClean="0"/>
            <a:t>에 따라 수출  상대국에서도 국내적 혜택 수혜                      </a:t>
          </a:r>
          <a:r>
            <a:rPr lang="en-US" altLang="ko-KR" sz="1400" dirty="0" smtClean="0">
              <a:latin typeface="맑은 고딕"/>
              <a:ea typeface="맑은 고딕"/>
            </a:rPr>
            <a:t>※  </a:t>
          </a:r>
          <a:r>
            <a:rPr lang="ko-KR" altLang="en-US" sz="1400" dirty="0" smtClean="0">
              <a:latin typeface="맑은 고딕"/>
              <a:ea typeface="맑은 고딕"/>
            </a:rPr>
            <a:t>한</a:t>
          </a:r>
          <a:r>
            <a:rPr lang="en-US" altLang="ko-KR" sz="1400" dirty="0" smtClean="0">
              <a:latin typeface="맑은 고딕"/>
              <a:ea typeface="맑은 고딕"/>
            </a:rPr>
            <a:t>-</a:t>
          </a:r>
          <a:r>
            <a:rPr lang="ko-KR" altLang="en-US" sz="1400" dirty="0" smtClean="0">
              <a:latin typeface="맑은 고딕"/>
              <a:ea typeface="맑은 고딕"/>
            </a:rPr>
            <a:t>일 </a:t>
          </a:r>
          <a:r>
            <a:rPr lang="en-US" altLang="ko-KR" sz="1400" smtClean="0">
              <a:latin typeface="맑은 고딕"/>
              <a:ea typeface="맑은 고딕"/>
            </a:rPr>
            <a:t>MRA </a:t>
          </a:r>
          <a:r>
            <a:rPr lang="en-US" altLang="ko-KR" sz="1400" smtClean="0">
              <a:latin typeface="맑은 고딕"/>
              <a:ea typeface="맑은 고딕"/>
            </a:rPr>
            <a:t>11.1</a:t>
          </a:r>
          <a:r>
            <a:rPr lang="ko-KR" altLang="en-US" sz="1400" smtClean="0">
              <a:latin typeface="맑은 고딕"/>
              <a:ea typeface="맑은 고딕"/>
            </a:rPr>
            <a:t> </a:t>
          </a:r>
          <a:r>
            <a:rPr lang="ko-KR" altLang="en-US" sz="1400" dirty="0" smtClean="0">
              <a:latin typeface="맑은 고딕"/>
              <a:ea typeface="맑은 고딕"/>
            </a:rPr>
            <a:t>발효 예정</a:t>
          </a:r>
          <a:endParaRPr lang="ko-KR" altLang="en-US" sz="1400" dirty="0"/>
        </a:p>
      </dgm:t>
    </dgm:pt>
    <dgm:pt modelId="{E0877361-D7A7-4F2F-A962-532E03ED693F}" type="parTrans" cxnId="{6CD81C06-1CA5-42E1-BC3F-D1629556D06E}">
      <dgm:prSet/>
      <dgm:spPr/>
      <dgm:t>
        <a:bodyPr/>
        <a:lstStyle/>
        <a:p>
          <a:pPr latinLnBrk="1"/>
          <a:endParaRPr lang="ko-KR" altLang="en-US"/>
        </a:p>
      </dgm:t>
    </dgm:pt>
    <dgm:pt modelId="{CBD878C6-3C4F-4EC1-BB75-E1726848F394}" type="sibTrans" cxnId="{6CD81C06-1CA5-42E1-BC3F-D1629556D06E}">
      <dgm:prSet/>
      <dgm:spPr/>
      <dgm:t>
        <a:bodyPr/>
        <a:lstStyle/>
        <a:p>
          <a:pPr latinLnBrk="1"/>
          <a:endParaRPr lang="ko-KR" altLang="en-US"/>
        </a:p>
      </dgm:t>
    </dgm:pt>
    <dgm:pt modelId="{B024D736-955A-49AE-A34B-FFB3459BECC9}">
      <dgm:prSet phldrT="[텍스트]" custT="1"/>
      <dgm:spPr/>
      <dgm:t>
        <a:bodyPr/>
        <a:lstStyle/>
        <a:p>
          <a:pPr latinLnBrk="1"/>
          <a:r>
            <a:rPr lang="ko-KR" altLang="en-US" sz="2000" b="1" dirty="0" smtClean="0"/>
            <a:t>물류 비용 절감</a:t>
          </a:r>
          <a:endParaRPr lang="ko-KR" altLang="en-US" sz="1400" b="1" dirty="0"/>
        </a:p>
      </dgm:t>
    </dgm:pt>
    <dgm:pt modelId="{749D786C-0E78-4251-B0AE-C37AAB4E9EA2}" type="parTrans" cxnId="{B837360C-3926-49A1-8A4D-E945ECD2654A}">
      <dgm:prSet/>
      <dgm:spPr/>
    </dgm:pt>
    <dgm:pt modelId="{4242225C-730A-4C73-9959-D60FA3F3900D}" type="sibTrans" cxnId="{B837360C-3926-49A1-8A4D-E945ECD2654A}">
      <dgm:prSet/>
      <dgm:spPr/>
    </dgm:pt>
    <dgm:pt modelId="{5A8372DB-EF80-4F5C-843D-5127E7279162}" type="pres">
      <dgm:prSet presAssocID="{2B052694-C90B-49B9-B583-114FA9AD664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16F62B6-7B8D-4A84-A08F-69A1D7671091}" type="pres">
      <dgm:prSet presAssocID="{869CAE8B-9E08-4E86-A55D-4B89D90B9BB7}" presName="composite" presStyleCnt="0"/>
      <dgm:spPr/>
    </dgm:pt>
    <dgm:pt modelId="{5BCA3C72-25D8-4E18-A95A-42D91FAC2CD2}" type="pres">
      <dgm:prSet presAssocID="{869CAE8B-9E08-4E86-A55D-4B89D90B9BB7}" presName="parTx" presStyleLbl="alignNode1" presStyleIdx="0" presStyleCnt="1" custScaleY="100000" custLinFactNeighborY="-986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FF91ED4-9C05-40D4-902D-6317D120B289}" type="pres">
      <dgm:prSet presAssocID="{869CAE8B-9E08-4E86-A55D-4B89D90B9BB7}" presName="desTx" presStyleLbl="alignAccFollowNode1" presStyleIdx="0" presStyleCnt="1" custScaleY="104526" custLinFactNeighborY="106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7AB7C3B3-4E46-4C11-B105-F2FDEC5B4286}" type="presOf" srcId="{2B052694-C90B-49B9-B583-114FA9AD664E}" destId="{5A8372DB-EF80-4F5C-843D-5127E7279162}" srcOrd="0" destOrd="0" presId="urn:microsoft.com/office/officeart/2005/8/layout/hList1"/>
    <dgm:cxn modelId="{B837360C-3926-49A1-8A4D-E945ECD2654A}" srcId="{869CAE8B-9E08-4E86-A55D-4B89D90B9BB7}" destId="{B024D736-955A-49AE-A34B-FFB3459BECC9}" srcOrd="2" destOrd="0" parTransId="{749D786C-0E78-4251-B0AE-C37AAB4E9EA2}" sibTransId="{4242225C-730A-4C73-9959-D60FA3F3900D}"/>
    <dgm:cxn modelId="{AFD8A793-5485-4B42-81CA-70B7A0F3C3A2}" type="presOf" srcId="{869CAE8B-9E08-4E86-A55D-4B89D90B9BB7}" destId="{5BCA3C72-25D8-4E18-A95A-42D91FAC2CD2}" srcOrd="0" destOrd="0" presId="urn:microsoft.com/office/officeart/2005/8/layout/hList1"/>
    <dgm:cxn modelId="{7A57C464-F7F2-4889-A202-34AEEAF0DB0C}" srcId="{869CAE8B-9E08-4E86-A55D-4B89D90B9BB7}" destId="{42A1C389-E4EB-49CB-B98A-A28A14B4A85B}" srcOrd="1" destOrd="0" parTransId="{A3EF1101-D1A4-4750-9515-437BE64A039F}" sibTransId="{E4B1BB43-7D53-480F-98DF-FC0DDDC2AE2A}"/>
    <dgm:cxn modelId="{6CD81C06-1CA5-42E1-BC3F-D1629556D06E}" srcId="{869CAE8B-9E08-4E86-A55D-4B89D90B9BB7}" destId="{9988DC4E-51BC-43BF-AB30-0B656B28C876}" srcOrd="0" destOrd="0" parTransId="{E0877361-D7A7-4F2F-A962-532E03ED693F}" sibTransId="{CBD878C6-3C4F-4EC1-BB75-E1726848F394}"/>
    <dgm:cxn modelId="{B12EFB13-E8B3-479C-83C2-AB86CF858F41}" srcId="{869CAE8B-9E08-4E86-A55D-4B89D90B9BB7}" destId="{5FC74061-0F01-47F5-A8F6-3DD6DE76093C}" srcOrd="3" destOrd="0" parTransId="{4B5A5EE9-0F3A-4472-A70D-E3DC36945AC4}" sibTransId="{63F470EE-67A0-4E00-8E82-83EA3FBC3D16}"/>
    <dgm:cxn modelId="{CBA0C6CB-55D5-4320-A47B-0D759ED93F96}" type="presOf" srcId="{B024D736-955A-49AE-A34B-FFB3459BECC9}" destId="{1FF91ED4-9C05-40D4-902D-6317D120B289}" srcOrd="0" destOrd="2" presId="urn:microsoft.com/office/officeart/2005/8/layout/hList1"/>
    <dgm:cxn modelId="{8641D6BA-D546-4F46-B1B4-8EC9251E0ED0}" srcId="{2B052694-C90B-49B9-B583-114FA9AD664E}" destId="{869CAE8B-9E08-4E86-A55D-4B89D90B9BB7}" srcOrd="0" destOrd="0" parTransId="{F6EC2DE5-FDAD-417C-9C61-D48288B7BA72}" sibTransId="{0034DB46-79C9-4244-9682-F65930F6142D}"/>
    <dgm:cxn modelId="{A01BE779-1154-46E7-8522-1FB86256E02A}" type="presOf" srcId="{5FC74061-0F01-47F5-A8F6-3DD6DE76093C}" destId="{1FF91ED4-9C05-40D4-902D-6317D120B289}" srcOrd="0" destOrd="3" presId="urn:microsoft.com/office/officeart/2005/8/layout/hList1"/>
    <dgm:cxn modelId="{7429BF27-4A20-4B97-BBDB-94AFA3C04399}" type="presOf" srcId="{9988DC4E-51BC-43BF-AB30-0B656B28C876}" destId="{1FF91ED4-9C05-40D4-902D-6317D120B289}" srcOrd="0" destOrd="0" presId="urn:microsoft.com/office/officeart/2005/8/layout/hList1"/>
    <dgm:cxn modelId="{AB567CEF-AC70-47BF-9310-1ECEDB177BB7}" type="presOf" srcId="{42A1C389-E4EB-49CB-B98A-A28A14B4A85B}" destId="{1FF91ED4-9C05-40D4-902D-6317D120B289}" srcOrd="0" destOrd="1" presId="urn:microsoft.com/office/officeart/2005/8/layout/hList1"/>
    <dgm:cxn modelId="{169DF5D6-741B-4E36-A0F0-C102F50542AC}" type="presParOf" srcId="{5A8372DB-EF80-4F5C-843D-5127E7279162}" destId="{616F62B6-7B8D-4A84-A08F-69A1D7671091}" srcOrd="0" destOrd="0" presId="urn:microsoft.com/office/officeart/2005/8/layout/hList1"/>
    <dgm:cxn modelId="{0B69A21E-2AE3-4864-9A1B-CFF45DA745E6}" type="presParOf" srcId="{616F62B6-7B8D-4A84-A08F-69A1D7671091}" destId="{5BCA3C72-25D8-4E18-A95A-42D91FAC2CD2}" srcOrd="0" destOrd="0" presId="urn:microsoft.com/office/officeart/2005/8/layout/hList1"/>
    <dgm:cxn modelId="{99E3B2B7-D022-4AF3-A9F9-96C5A5D9E8B8}" type="presParOf" srcId="{616F62B6-7B8D-4A84-A08F-69A1D7671091}" destId="{1FF91ED4-9C05-40D4-902D-6317D120B28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BCA3C72-25D8-4E18-A95A-42D91FAC2CD2}">
      <dsp:nvSpPr>
        <dsp:cNvPr id="0" name=""/>
        <dsp:cNvSpPr/>
      </dsp:nvSpPr>
      <dsp:spPr>
        <a:xfrm>
          <a:off x="0" y="0"/>
          <a:ext cx="3000396" cy="108646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lvl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800" b="1" kern="1200" dirty="0" smtClean="0"/>
            <a:t>국내혜택</a:t>
          </a:r>
          <a:endParaRPr lang="ko-KR" altLang="en-US" sz="2800" b="1" kern="1200" dirty="0"/>
        </a:p>
      </dsp:txBody>
      <dsp:txXfrm>
        <a:off x="0" y="0"/>
        <a:ext cx="3000396" cy="1086467"/>
      </dsp:txXfrm>
    </dsp:sp>
    <dsp:sp modelId="{1FF91ED4-9C05-40D4-902D-6317D120B289}">
      <dsp:nvSpPr>
        <dsp:cNvPr id="0" name=""/>
        <dsp:cNvSpPr/>
      </dsp:nvSpPr>
      <dsp:spPr>
        <a:xfrm>
          <a:off x="0" y="1073105"/>
          <a:ext cx="3000396" cy="421330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ko-KR" altLang="en-US" sz="2000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b="1" kern="1200" dirty="0" smtClean="0"/>
            <a:t>수출입 신고내용 심사</a:t>
          </a:r>
          <a:r>
            <a:rPr lang="en-US" altLang="ko-KR" sz="2000" b="1" kern="1200" dirty="0" smtClean="0"/>
            <a:t>, </a:t>
          </a:r>
          <a:r>
            <a:rPr lang="ko-KR" altLang="en-US" sz="2000" b="1" kern="1200" dirty="0" smtClean="0"/>
            <a:t>현품검사 원칙적 생략</a:t>
          </a:r>
          <a:endParaRPr lang="ko-KR" altLang="en-US" sz="2000" b="1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b="1" kern="1200" dirty="0" smtClean="0"/>
            <a:t>관세납부 전 수입물품  반출∙사용 가능</a:t>
          </a:r>
          <a:endParaRPr lang="ko-KR" altLang="en-US" sz="2000" b="1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b="1" kern="1200" dirty="0" smtClean="0"/>
            <a:t>수출물품 보세구역  </a:t>
          </a:r>
          <a:r>
            <a:rPr lang="ko-KR" altLang="en-US" sz="2000" b="1" kern="1200" dirty="0" err="1" smtClean="0"/>
            <a:t>미반입</a:t>
          </a:r>
          <a:r>
            <a:rPr lang="ko-KR" altLang="en-US" sz="2000" b="1" kern="1200" dirty="0" smtClean="0"/>
            <a:t> 상태 수출허가</a:t>
          </a:r>
          <a:endParaRPr lang="ko-KR" altLang="en-US" sz="2000" b="1" kern="1200" dirty="0"/>
        </a:p>
      </dsp:txBody>
      <dsp:txXfrm>
        <a:off x="0" y="1073105"/>
        <a:ext cx="3000396" cy="4213306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BCA3C72-25D8-4E18-A95A-42D91FAC2CD2}">
      <dsp:nvSpPr>
        <dsp:cNvPr id="0" name=""/>
        <dsp:cNvSpPr/>
      </dsp:nvSpPr>
      <dsp:spPr>
        <a:xfrm>
          <a:off x="0" y="0"/>
          <a:ext cx="2905123" cy="11620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lvl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800" b="1" kern="1200" dirty="0" smtClean="0"/>
            <a:t>MRA </a:t>
          </a:r>
          <a:r>
            <a:rPr lang="ko-KR" altLang="en-US" sz="2800" b="1" kern="1200" dirty="0" smtClean="0"/>
            <a:t>혜택</a:t>
          </a:r>
          <a:endParaRPr lang="ko-KR" altLang="en-US" sz="2800" b="1" kern="1200" dirty="0"/>
        </a:p>
      </dsp:txBody>
      <dsp:txXfrm>
        <a:off x="0" y="0"/>
        <a:ext cx="2905123" cy="1162049"/>
      </dsp:txXfrm>
    </dsp:sp>
    <dsp:sp modelId="{1FF91ED4-9C05-40D4-902D-6317D120B289}">
      <dsp:nvSpPr>
        <dsp:cNvPr id="0" name=""/>
        <dsp:cNvSpPr/>
      </dsp:nvSpPr>
      <dsp:spPr>
        <a:xfrm>
          <a:off x="0" y="1192639"/>
          <a:ext cx="2905123" cy="409377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2000" b="1" kern="1200" dirty="0" smtClean="0"/>
            <a:t>AEO </a:t>
          </a:r>
          <a:r>
            <a:rPr lang="ko-KR" altLang="en-US" sz="2000" b="1" kern="1200" dirty="0" smtClean="0"/>
            <a:t>상호인정협정</a:t>
          </a:r>
          <a:r>
            <a:rPr lang="en-US" altLang="ko-KR" sz="2000" b="1" kern="1200" dirty="0" smtClean="0"/>
            <a:t>(MRA)</a:t>
          </a:r>
          <a:r>
            <a:rPr lang="ko-KR" altLang="en-US" sz="2000" b="1" kern="1200" dirty="0" smtClean="0"/>
            <a:t>에 따라 수출  상대국에서도 국내적 혜택 수혜                      </a:t>
          </a:r>
          <a:r>
            <a:rPr lang="en-US" altLang="ko-KR" sz="1400" kern="1200" dirty="0" smtClean="0">
              <a:latin typeface="맑은 고딕"/>
              <a:ea typeface="맑은 고딕"/>
            </a:rPr>
            <a:t>※  </a:t>
          </a:r>
          <a:r>
            <a:rPr lang="ko-KR" altLang="en-US" sz="1400" kern="1200" dirty="0" smtClean="0">
              <a:latin typeface="맑은 고딕"/>
              <a:ea typeface="맑은 고딕"/>
            </a:rPr>
            <a:t>한</a:t>
          </a:r>
          <a:r>
            <a:rPr lang="en-US" altLang="ko-KR" sz="1400" kern="1200" dirty="0" smtClean="0">
              <a:latin typeface="맑은 고딕"/>
              <a:ea typeface="맑은 고딕"/>
            </a:rPr>
            <a:t>-</a:t>
          </a:r>
          <a:r>
            <a:rPr lang="ko-KR" altLang="en-US" sz="1400" kern="1200" dirty="0" smtClean="0">
              <a:latin typeface="맑은 고딕"/>
              <a:ea typeface="맑은 고딕"/>
            </a:rPr>
            <a:t>일 </a:t>
          </a:r>
          <a:r>
            <a:rPr lang="en-US" altLang="ko-KR" sz="1400" kern="1200" smtClean="0">
              <a:latin typeface="맑은 고딕"/>
              <a:ea typeface="맑은 고딕"/>
            </a:rPr>
            <a:t>MRA </a:t>
          </a:r>
          <a:r>
            <a:rPr lang="en-US" altLang="ko-KR" sz="1400" kern="1200" smtClean="0">
              <a:latin typeface="맑은 고딕"/>
              <a:ea typeface="맑은 고딕"/>
            </a:rPr>
            <a:t>11.1</a:t>
          </a:r>
          <a:r>
            <a:rPr lang="ko-KR" altLang="en-US" sz="1400" kern="1200" smtClean="0">
              <a:latin typeface="맑은 고딕"/>
              <a:ea typeface="맑은 고딕"/>
            </a:rPr>
            <a:t> </a:t>
          </a:r>
          <a:r>
            <a:rPr lang="ko-KR" altLang="en-US" sz="1400" kern="1200" dirty="0" smtClean="0">
              <a:latin typeface="맑은 고딕"/>
              <a:ea typeface="맑은 고딕"/>
            </a:rPr>
            <a:t>발효 예정</a:t>
          </a:r>
          <a:endParaRPr lang="ko-KR" altLang="en-US" sz="1400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b="1" kern="1200" dirty="0" smtClean="0"/>
            <a:t>국제물류 리드타임  단축</a:t>
          </a:r>
          <a:endParaRPr lang="ko-KR" altLang="en-US" sz="1400" b="1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b="1" kern="1200" dirty="0" smtClean="0"/>
            <a:t>물류 비용 절감</a:t>
          </a:r>
          <a:endParaRPr lang="ko-KR" altLang="en-US" sz="1400" b="1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b="1" kern="1200" dirty="0" smtClean="0"/>
            <a:t>국제적 신인도 향상</a:t>
          </a:r>
          <a:endParaRPr lang="ko-KR" altLang="en-US" sz="2000" b="1" kern="1200" dirty="0"/>
        </a:p>
      </dsp:txBody>
      <dsp:txXfrm>
        <a:off x="0" y="1192639"/>
        <a:ext cx="2905123" cy="40937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2004" cy="48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5495" y="0"/>
            <a:ext cx="2892004" cy="48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B5088500-DD91-4EEF-830C-7BCE32204839}" type="datetimeFigureOut">
              <a:rPr lang="ko-KR" altLang="en-US"/>
              <a:pPr>
                <a:defRPr/>
              </a:pPr>
              <a:t>2011-10-20</a:t>
            </a:fld>
            <a:endParaRPr lang="en-US" altLang="ko-KR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3815"/>
            <a:ext cx="2892004" cy="48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5495" y="9263815"/>
            <a:ext cx="2892004" cy="48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D20192A6-FA0E-491C-8615-DF2EB689B80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="" xmlns:p14="http://schemas.microsoft.com/office/powerpoint/2010/main" val="6985412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2004" cy="48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5495" y="0"/>
            <a:ext cx="2892004" cy="48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1EA70B35-311A-4A8B-B09E-7A0462D444B0}" type="datetimeFigureOut">
              <a:rPr lang="ko-KR" altLang="en-US"/>
              <a:pPr>
                <a:defRPr/>
              </a:pPr>
              <a:t>2011-10-20</a:t>
            </a:fld>
            <a:endParaRPr lang="en-US" altLang="ko-KR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6938" y="731838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5797" y="4632687"/>
            <a:ext cx="5337494" cy="438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3815"/>
            <a:ext cx="2892004" cy="48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5495" y="9263815"/>
            <a:ext cx="2892004" cy="48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F8A37DBE-2797-4AC4-8BB8-65D1066CC36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="" xmlns:p14="http://schemas.microsoft.com/office/powerpoint/2010/main" val="12095621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A37DBE-2797-4AC4-8BB8-65D1066CC36F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슬라이드 노트 개체 틀 2"/>
          <p:cNvSpPr>
            <a:spLocks noGrp="1"/>
          </p:cNvSpPr>
          <p:nvPr>
            <p:ph type="body" idx="1"/>
          </p:nvPr>
        </p:nvSpPr>
        <p:spPr bwMode="auto">
          <a:xfrm>
            <a:off x="668156" y="4632687"/>
            <a:ext cx="5332778" cy="4389354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5844" name="슬라이드 번호 개체 틀 3"/>
          <p:cNvSpPr txBox="1">
            <a:spLocks noGrp="1"/>
          </p:cNvSpPr>
          <p:nvPr/>
        </p:nvSpPr>
        <p:spPr bwMode="auto">
          <a:xfrm>
            <a:off x="3776867" y="9263815"/>
            <a:ext cx="2890665" cy="48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781" tIns="44891" rIns="89781" bIns="44891" anchor="b"/>
          <a:lstStyle/>
          <a:p>
            <a:pPr algn="r"/>
            <a:fld id="{ABC75793-7E6B-4117-9360-3606D7F592DA}" type="slidenum">
              <a:rPr lang="en-US" altLang="ko-KR" sz="1200">
                <a:latin typeface="맑은 고딕" pitchFamily="50" charset="-127"/>
                <a:ea typeface="맑은 고딕" pitchFamily="50" charset="-127"/>
              </a:rPr>
              <a:pPr algn="r"/>
              <a:t>3</a:t>
            </a:fld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슬라이드 노트 개체 틀 2"/>
          <p:cNvSpPr>
            <a:spLocks noGrp="1"/>
          </p:cNvSpPr>
          <p:nvPr>
            <p:ph type="body" idx="1"/>
          </p:nvPr>
        </p:nvSpPr>
        <p:spPr bwMode="auto">
          <a:xfrm>
            <a:off x="668156" y="4632687"/>
            <a:ext cx="5332778" cy="4389354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5844" name="슬라이드 번호 개체 틀 3"/>
          <p:cNvSpPr txBox="1">
            <a:spLocks noGrp="1"/>
          </p:cNvSpPr>
          <p:nvPr/>
        </p:nvSpPr>
        <p:spPr bwMode="auto">
          <a:xfrm>
            <a:off x="3776867" y="9263815"/>
            <a:ext cx="2890665" cy="48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781" tIns="44891" rIns="89781" bIns="44891" anchor="b"/>
          <a:lstStyle/>
          <a:p>
            <a:pPr algn="r"/>
            <a:fld id="{ABC75793-7E6B-4117-9360-3606D7F592DA}" type="slidenum">
              <a:rPr lang="en-US" altLang="ko-KR" sz="1200">
                <a:latin typeface="맑은 고딕" pitchFamily="50" charset="-127"/>
                <a:ea typeface="맑은 고딕" pitchFamily="50" charset="-127"/>
              </a:rPr>
              <a:pPr algn="r"/>
              <a:t>4</a:t>
            </a:fld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슬라이드 노트 개체 틀 2"/>
          <p:cNvSpPr>
            <a:spLocks noGrp="1"/>
          </p:cNvSpPr>
          <p:nvPr>
            <p:ph type="body" idx="1"/>
          </p:nvPr>
        </p:nvSpPr>
        <p:spPr bwMode="auto">
          <a:xfrm>
            <a:off x="668156" y="4632687"/>
            <a:ext cx="5332778" cy="4389354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5844" name="슬라이드 번호 개체 틀 3"/>
          <p:cNvSpPr txBox="1">
            <a:spLocks noGrp="1"/>
          </p:cNvSpPr>
          <p:nvPr/>
        </p:nvSpPr>
        <p:spPr bwMode="auto">
          <a:xfrm>
            <a:off x="3776867" y="9263815"/>
            <a:ext cx="2890665" cy="48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781" tIns="44891" rIns="89781" bIns="44891" anchor="b"/>
          <a:lstStyle/>
          <a:p>
            <a:pPr algn="r"/>
            <a:fld id="{ABC75793-7E6B-4117-9360-3606D7F592DA}" type="slidenum">
              <a:rPr lang="en-US" altLang="ko-KR" sz="1200">
                <a:latin typeface="맑은 고딕" pitchFamily="50" charset="-127"/>
                <a:ea typeface="맑은 고딕" pitchFamily="50" charset="-127"/>
              </a:rPr>
              <a:pPr algn="r"/>
              <a:t>5</a:t>
            </a:fld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슬라이드 노트 개체 틀 2"/>
          <p:cNvSpPr>
            <a:spLocks noGrp="1"/>
          </p:cNvSpPr>
          <p:nvPr>
            <p:ph type="body" idx="1"/>
          </p:nvPr>
        </p:nvSpPr>
        <p:spPr bwMode="auto">
          <a:xfrm>
            <a:off x="668156" y="4632687"/>
            <a:ext cx="5332778" cy="4389354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5844" name="슬라이드 번호 개체 틀 3"/>
          <p:cNvSpPr txBox="1">
            <a:spLocks noGrp="1"/>
          </p:cNvSpPr>
          <p:nvPr/>
        </p:nvSpPr>
        <p:spPr bwMode="auto">
          <a:xfrm>
            <a:off x="3776867" y="9263815"/>
            <a:ext cx="2890665" cy="48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781" tIns="44891" rIns="89781" bIns="44891" anchor="b"/>
          <a:lstStyle/>
          <a:p>
            <a:pPr algn="r"/>
            <a:fld id="{ABC75793-7E6B-4117-9360-3606D7F592DA}" type="slidenum">
              <a:rPr lang="en-US" altLang="ko-KR" sz="1200">
                <a:latin typeface="맑은 고딕" pitchFamily="50" charset="-127"/>
                <a:ea typeface="맑은 고딕" pitchFamily="50" charset="-127"/>
              </a:rPr>
              <a:pPr algn="r"/>
              <a:t>6</a:t>
            </a:fld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슬라이드 노트 개체 틀 2"/>
          <p:cNvSpPr>
            <a:spLocks noGrp="1"/>
          </p:cNvSpPr>
          <p:nvPr>
            <p:ph type="body" idx="1"/>
          </p:nvPr>
        </p:nvSpPr>
        <p:spPr bwMode="auto">
          <a:xfrm>
            <a:off x="668156" y="4632687"/>
            <a:ext cx="5332778" cy="4389354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5844" name="슬라이드 번호 개체 틀 3"/>
          <p:cNvSpPr txBox="1">
            <a:spLocks noGrp="1"/>
          </p:cNvSpPr>
          <p:nvPr/>
        </p:nvSpPr>
        <p:spPr bwMode="auto">
          <a:xfrm>
            <a:off x="3776867" y="9263815"/>
            <a:ext cx="2890665" cy="48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781" tIns="44891" rIns="89781" bIns="44891" anchor="b"/>
          <a:lstStyle/>
          <a:p>
            <a:pPr algn="r"/>
            <a:fld id="{ABC75793-7E6B-4117-9360-3606D7F592DA}" type="slidenum">
              <a:rPr lang="en-US" altLang="ko-KR" sz="1200">
                <a:latin typeface="맑은 고딕" pitchFamily="50" charset="-127"/>
                <a:ea typeface="맑은 고딕" pitchFamily="50" charset="-127"/>
              </a:rPr>
              <a:pPr algn="r"/>
              <a:t>7</a:t>
            </a:fld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슬라이드 노트 개체 틀 2"/>
          <p:cNvSpPr>
            <a:spLocks noGrp="1"/>
          </p:cNvSpPr>
          <p:nvPr>
            <p:ph type="body" idx="1"/>
          </p:nvPr>
        </p:nvSpPr>
        <p:spPr bwMode="auto">
          <a:xfrm>
            <a:off x="668156" y="4632687"/>
            <a:ext cx="5332778" cy="4389354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5844" name="슬라이드 번호 개체 틀 3"/>
          <p:cNvSpPr txBox="1">
            <a:spLocks noGrp="1"/>
          </p:cNvSpPr>
          <p:nvPr/>
        </p:nvSpPr>
        <p:spPr bwMode="auto">
          <a:xfrm>
            <a:off x="3776867" y="9263815"/>
            <a:ext cx="2890665" cy="48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781" tIns="44891" rIns="89781" bIns="44891" anchor="b"/>
          <a:lstStyle/>
          <a:p>
            <a:pPr algn="r"/>
            <a:fld id="{ABC75793-7E6B-4117-9360-3606D7F592DA}" type="slidenum">
              <a:rPr lang="en-US" altLang="ko-KR" sz="1200">
                <a:latin typeface="맑은 고딕" pitchFamily="50" charset="-127"/>
                <a:ea typeface="맑은 고딕" pitchFamily="50" charset="-127"/>
              </a:rPr>
              <a:pPr algn="r"/>
              <a:t>8</a:t>
            </a:fld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슬라이드 노트 개체 틀 2"/>
          <p:cNvSpPr>
            <a:spLocks noGrp="1"/>
          </p:cNvSpPr>
          <p:nvPr>
            <p:ph type="body" idx="1"/>
          </p:nvPr>
        </p:nvSpPr>
        <p:spPr bwMode="auto">
          <a:xfrm>
            <a:off x="668156" y="4632687"/>
            <a:ext cx="5332778" cy="4389354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5844" name="슬라이드 번호 개체 틀 3"/>
          <p:cNvSpPr txBox="1">
            <a:spLocks noGrp="1"/>
          </p:cNvSpPr>
          <p:nvPr/>
        </p:nvSpPr>
        <p:spPr bwMode="auto">
          <a:xfrm>
            <a:off x="3776867" y="9263815"/>
            <a:ext cx="2890665" cy="48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781" tIns="44891" rIns="89781" bIns="44891" anchor="b"/>
          <a:lstStyle/>
          <a:p>
            <a:pPr algn="r"/>
            <a:fld id="{ABC75793-7E6B-4117-9360-3606D7F592DA}" type="slidenum">
              <a:rPr lang="en-US" altLang="ko-KR" sz="1200">
                <a:latin typeface="맑은 고딕" pitchFamily="50" charset="-127"/>
                <a:ea typeface="맑은 고딕" pitchFamily="50" charset="-127"/>
              </a:rPr>
              <a:pPr algn="r"/>
              <a:t>9</a:t>
            </a:fld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개체 틀 6"/>
          <p:cNvSpPr>
            <a:spLocks noGrp="1"/>
          </p:cNvSpPr>
          <p:nvPr>
            <p:ph type="title"/>
          </p:nvPr>
        </p:nvSpPr>
        <p:spPr>
          <a:xfrm>
            <a:off x="285720" y="346076"/>
            <a:ext cx="8858280" cy="439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44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양쪽 모서리가 둥근 사각형 8"/>
          <p:cNvSpPr/>
          <p:nvPr userDrawn="1"/>
        </p:nvSpPr>
        <p:spPr>
          <a:xfrm rot="5400000">
            <a:off x="3979542" y="-3735754"/>
            <a:ext cx="684882" cy="8643965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49A2E3"/>
              </a:gs>
              <a:gs pos="98750">
                <a:srgbClr val="3A6496"/>
              </a:gs>
              <a:gs pos="50000">
                <a:srgbClr val="407BB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 descr="C:\Users\hana\Desktop\AEO포탈(PT)\img1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19" y="1114077"/>
            <a:ext cx="8786874" cy="520965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C:\Users\hana\Desktop\AEO포탈(PT)\img03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9989"/>
            <a:ext cx="774630" cy="94041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916209" y="116632"/>
            <a:ext cx="5671078" cy="70328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0" name="자유형 9"/>
          <p:cNvSpPr/>
          <p:nvPr userDrawn="1"/>
        </p:nvSpPr>
        <p:spPr>
          <a:xfrm>
            <a:off x="6066705" y="-1"/>
            <a:ext cx="2373940" cy="1216179"/>
          </a:xfrm>
          <a:custGeom>
            <a:avLst/>
            <a:gdLst>
              <a:gd name="connsiteX0" fmla="*/ 0 w 6500826"/>
              <a:gd name="connsiteY0" fmla="*/ 0 h 2928958"/>
              <a:gd name="connsiteX1" fmla="*/ 6500826 w 6500826"/>
              <a:gd name="connsiteY1" fmla="*/ 0 h 2928958"/>
              <a:gd name="connsiteX2" fmla="*/ 6500826 w 6500826"/>
              <a:gd name="connsiteY2" fmla="*/ 2928958 h 2928958"/>
              <a:gd name="connsiteX3" fmla="*/ 0 w 6500826"/>
              <a:gd name="connsiteY3" fmla="*/ 2928958 h 2928958"/>
              <a:gd name="connsiteX4" fmla="*/ 0 w 6500826"/>
              <a:gd name="connsiteY4" fmla="*/ 0 h 2928958"/>
              <a:gd name="connsiteX0" fmla="*/ 0 w 6500826"/>
              <a:gd name="connsiteY0" fmla="*/ 2786082 h 2928958"/>
              <a:gd name="connsiteX1" fmla="*/ 6500826 w 6500826"/>
              <a:gd name="connsiteY1" fmla="*/ 0 h 2928958"/>
              <a:gd name="connsiteX2" fmla="*/ 6500826 w 6500826"/>
              <a:gd name="connsiteY2" fmla="*/ 2928958 h 2928958"/>
              <a:gd name="connsiteX3" fmla="*/ 0 w 6500826"/>
              <a:gd name="connsiteY3" fmla="*/ 2928958 h 2928958"/>
              <a:gd name="connsiteX4" fmla="*/ 0 w 6500826"/>
              <a:gd name="connsiteY4" fmla="*/ 2786082 h 2928958"/>
              <a:gd name="connsiteX0" fmla="*/ 0 w 6500826"/>
              <a:gd name="connsiteY0" fmla="*/ 2786082 h 2928958"/>
              <a:gd name="connsiteX1" fmla="*/ 6500826 w 6500826"/>
              <a:gd name="connsiteY1" fmla="*/ 0 h 2928958"/>
              <a:gd name="connsiteX2" fmla="*/ 6500826 w 6500826"/>
              <a:gd name="connsiteY2" fmla="*/ 2928958 h 2928958"/>
              <a:gd name="connsiteX3" fmla="*/ 0 w 6500826"/>
              <a:gd name="connsiteY3" fmla="*/ 2928958 h 2928958"/>
              <a:gd name="connsiteX4" fmla="*/ 0 w 6500826"/>
              <a:gd name="connsiteY4" fmla="*/ 2786082 h 2928958"/>
              <a:gd name="connsiteX0" fmla="*/ 0 w 6500826"/>
              <a:gd name="connsiteY0" fmla="*/ 2786082 h 2928958"/>
              <a:gd name="connsiteX1" fmla="*/ 6500826 w 6500826"/>
              <a:gd name="connsiteY1" fmla="*/ 0 h 2928958"/>
              <a:gd name="connsiteX2" fmla="*/ 6500826 w 6500826"/>
              <a:gd name="connsiteY2" fmla="*/ 2928958 h 2928958"/>
              <a:gd name="connsiteX3" fmla="*/ 0 w 6500826"/>
              <a:gd name="connsiteY3" fmla="*/ 2928958 h 2928958"/>
              <a:gd name="connsiteX4" fmla="*/ 0 w 6500826"/>
              <a:gd name="connsiteY4" fmla="*/ 2786082 h 2928958"/>
              <a:gd name="connsiteX0" fmla="*/ 0 w 6500826"/>
              <a:gd name="connsiteY0" fmla="*/ 2786082 h 2928958"/>
              <a:gd name="connsiteX1" fmla="*/ 6500826 w 6500826"/>
              <a:gd name="connsiteY1" fmla="*/ 0 h 2928958"/>
              <a:gd name="connsiteX2" fmla="*/ 6500826 w 6500826"/>
              <a:gd name="connsiteY2" fmla="*/ 2928958 h 2928958"/>
              <a:gd name="connsiteX3" fmla="*/ 0 w 6500826"/>
              <a:gd name="connsiteY3" fmla="*/ 2928958 h 2928958"/>
              <a:gd name="connsiteX4" fmla="*/ 0 w 6500826"/>
              <a:gd name="connsiteY4" fmla="*/ 2786082 h 2928958"/>
              <a:gd name="connsiteX0" fmla="*/ 0 w 6500826"/>
              <a:gd name="connsiteY0" fmla="*/ 2786082 h 2928958"/>
              <a:gd name="connsiteX1" fmla="*/ 6500826 w 6500826"/>
              <a:gd name="connsiteY1" fmla="*/ 0 h 2928958"/>
              <a:gd name="connsiteX2" fmla="*/ 6500826 w 6500826"/>
              <a:gd name="connsiteY2" fmla="*/ 2928958 h 2928958"/>
              <a:gd name="connsiteX3" fmla="*/ 0 w 6500826"/>
              <a:gd name="connsiteY3" fmla="*/ 2928958 h 2928958"/>
              <a:gd name="connsiteX4" fmla="*/ 0 w 6500826"/>
              <a:gd name="connsiteY4" fmla="*/ 2786082 h 2928958"/>
              <a:gd name="connsiteX0" fmla="*/ 14274 w 6515100"/>
              <a:gd name="connsiteY0" fmla="*/ 2786082 h 2928958"/>
              <a:gd name="connsiteX1" fmla="*/ 6515100 w 6515100"/>
              <a:gd name="connsiteY1" fmla="*/ 0 h 2928958"/>
              <a:gd name="connsiteX2" fmla="*/ 6515100 w 6515100"/>
              <a:gd name="connsiteY2" fmla="*/ 2928958 h 2928958"/>
              <a:gd name="connsiteX3" fmla="*/ 0 w 6515100"/>
              <a:gd name="connsiteY3" fmla="*/ 2828927 h 2928958"/>
              <a:gd name="connsiteX4" fmla="*/ 14274 w 6515100"/>
              <a:gd name="connsiteY4" fmla="*/ 2786082 h 2928958"/>
              <a:gd name="connsiteX0" fmla="*/ 14274 w 6524625"/>
              <a:gd name="connsiteY0" fmla="*/ 2786082 h 2828927"/>
              <a:gd name="connsiteX1" fmla="*/ 6515100 w 6524625"/>
              <a:gd name="connsiteY1" fmla="*/ 0 h 2828927"/>
              <a:gd name="connsiteX2" fmla="*/ 6524625 w 6524625"/>
              <a:gd name="connsiteY2" fmla="*/ 1652608 h 2828927"/>
              <a:gd name="connsiteX3" fmla="*/ 0 w 6524625"/>
              <a:gd name="connsiteY3" fmla="*/ 2828927 h 2828927"/>
              <a:gd name="connsiteX4" fmla="*/ 14274 w 6524625"/>
              <a:gd name="connsiteY4" fmla="*/ 2786082 h 2828927"/>
              <a:gd name="connsiteX0" fmla="*/ 14274 w 6524625"/>
              <a:gd name="connsiteY0" fmla="*/ 2786082 h 2828927"/>
              <a:gd name="connsiteX1" fmla="*/ 6515100 w 6524625"/>
              <a:gd name="connsiteY1" fmla="*/ 0 h 2828927"/>
              <a:gd name="connsiteX2" fmla="*/ 6524625 w 6524625"/>
              <a:gd name="connsiteY2" fmla="*/ 1652608 h 2828927"/>
              <a:gd name="connsiteX3" fmla="*/ 0 w 6524625"/>
              <a:gd name="connsiteY3" fmla="*/ 2828927 h 2828927"/>
              <a:gd name="connsiteX4" fmla="*/ 14274 w 6524625"/>
              <a:gd name="connsiteY4" fmla="*/ 2786082 h 2828927"/>
              <a:gd name="connsiteX0" fmla="*/ 14274 w 6524625"/>
              <a:gd name="connsiteY0" fmla="*/ 2786082 h 3017831"/>
              <a:gd name="connsiteX1" fmla="*/ 6515100 w 6524625"/>
              <a:gd name="connsiteY1" fmla="*/ 0 h 3017831"/>
              <a:gd name="connsiteX2" fmla="*/ 6524625 w 6524625"/>
              <a:gd name="connsiteY2" fmla="*/ 1652608 h 3017831"/>
              <a:gd name="connsiteX3" fmla="*/ 0 w 6524625"/>
              <a:gd name="connsiteY3" fmla="*/ 2828927 h 3017831"/>
              <a:gd name="connsiteX4" fmla="*/ 14274 w 6524625"/>
              <a:gd name="connsiteY4" fmla="*/ 2786082 h 3017831"/>
              <a:gd name="connsiteX0" fmla="*/ 14274 w 6524625"/>
              <a:gd name="connsiteY0" fmla="*/ 2786082 h 2913037"/>
              <a:gd name="connsiteX1" fmla="*/ 6515100 w 6524625"/>
              <a:gd name="connsiteY1" fmla="*/ 0 h 2913037"/>
              <a:gd name="connsiteX2" fmla="*/ 6524625 w 6524625"/>
              <a:gd name="connsiteY2" fmla="*/ 1652608 h 2913037"/>
              <a:gd name="connsiteX3" fmla="*/ 0 w 6524625"/>
              <a:gd name="connsiteY3" fmla="*/ 2828927 h 2913037"/>
              <a:gd name="connsiteX4" fmla="*/ 14274 w 6524625"/>
              <a:gd name="connsiteY4" fmla="*/ 2786082 h 2913037"/>
              <a:gd name="connsiteX0" fmla="*/ 14274 w 6524625"/>
              <a:gd name="connsiteY0" fmla="*/ 2786082 h 2913037"/>
              <a:gd name="connsiteX1" fmla="*/ 6515100 w 6524625"/>
              <a:gd name="connsiteY1" fmla="*/ 0 h 2913037"/>
              <a:gd name="connsiteX2" fmla="*/ 6524625 w 6524625"/>
              <a:gd name="connsiteY2" fmla="*/ 1652608 h 2913037"/>
              <a:gd name="connsiteX3" fmla="*/ 0 w 6524625"/>
              <a:gd name="connsiteY3" fmla="*/ 2828927 h 2913037"/>
              <a:gd name="connsiteX4" fmla="*/ 14274 w 6524625"/>
              <a:gd name="connsiteY4" fmla="*/ 2786082 h 2913037"/>
              <a:gd name="connsiteX0" fmla="*/ 14274 w 6524625"/>
              <a:gd name="connsiteY0" fmla="*/ 2786082 h 2913037"/>
              <a:gd name="connsiteX1" fmla="*/ 6515100 w 6524625"/>
              <a:gd name="connsiteY1" fmla="*/ 0 h 2913037"/>
              <a:gd name="connsiteX2" fmla="*/ 6524625 w 6524625"/>
              <a:gd name="connsiteY2" fmla="*/ 1624033 h 2913037"/>
              <a:gd name="connsiteX3" fmla="*/ 0 w 6524625"/>
              <a:gd name="connsiteY3" fmla="*/ 2828927 h 2913037"/>
              <a:gd name="connsiteX4" fmla="*/ 14274 w 6524625"/>
              <a:gd name="connsiteY4" fmla="*/ 2786082 h 2913037"/>
              <a:gd name="connsiteX0" fmla="*/ 14274 w 6524625"/>
              <a:gd name="connsiteY0" fmla="*/ 2786082 h 2913037"/>
              <a:gd name="connsiteX1" fmla="*/ 6515100 w 6524625"/>
              <a:gd name="connsiteY1" fmla="*/ 0 h 2913037"/>
              <a:gd name="connsiteX2" fmla="*/ 6524625 w 6524625"/>
              <a:gd name="connsiteY2" fmla="*/ 1624033 h 2913037"/>
              <a:gd name="connsiteX3" fmla="*/ 0 w 6524625"/>
              <a:gd name="connsiteY3" fmla="*/ 2828927 h 2913037"/>
              <a:gd name="connsiteX4" fmla="*/ 14274 w 6524625"/>
              <a:gd name="connsiteY4" fmla="*/ 2786082 h 2913037"/>
              <a:gd name="connsiteX0" fmla="*/ 0 w 6530975"/>
              <a:gd name="connsiteY0" fmla="*/ 2816227 h 2913037"/>
              <a:gd name="connsiteX1" fmla="*/ 6521450 w 6530975"/>
              <a:gd name="connsiteY1" fmla="*/ 0 h 2913037"/>
              <a:gd name="connsiteX2" fmla="*/ 6530975 w 6530975"/>
              <a:gd name="connsiteY2" fmla="*/ 1624033 h 2913037"/>
              <a:gd name="connsiteX3" fmla="*/ 6350 w 6530975"/>
              <a:gd name="connsiteY3" fmla="*/ 2828927 h 2913037"/>
              <a:gd name="connsiteX4" fmla="*/ 0 w 6530975"/>
              <a:gd name="connsiteY4" fmla="*/ 2816227 h 2913037"/>
              <a:gd name="connsiteX0" fmla="*/ 0 w 6594475"/>
              <a:gd name="connsiteY0" fmla="*/ 2819402 h 2913037"/>
              <a:gd name="connsiteX1" fmla="*/ 6584950 w 6594475"/>
              <a:gd name="connsiteY1" fmla="*/ 0 h 2913037"/>
              <a:gd name="connsiteX2" fmla="*/ 6594475 w 6594475"/>
              <a:gd name="connsiteY2" fmla="*/ 1624033 h 2913037"/>
              <a:gd name="connsiteX3" fmla="*/ 69850 w 6594475"/>
              <a:gd name="connsiteY3" fmla="*/ 2828927 h 2913037"/>
              <a:gd name="connsiteX4" fmla="*/ 0 w 6594475"/>
              <a:gd name="connsiteY4" fmla="*/ 2819402 h 2913037"/>
              <a:gd name="connsiteX0" fmla="*/ 0 w 6594475"/>
              <a:gd name="connsiteY0" fmla="*/ 2819402 h 2906687"/>
              <a:gd name="connsiteX1" fmla="*/ 6584950 w 6594475"/>
              <a:gd name="connsiteY1" fmla="*/ 0 h 2906687"/>
              <a:gd name="connsiteX2" fmla="*/ 6594475 w 6594475"/>
              <a:gd name="connsiteY2" fmla="*/ 1624033 h 2906687"/>
              <a:gd name="connsiteX3" fmla="*/ 0 w 6594475"/>
              <a:gd name="connsiteY3" fmla="*/ 2822577 h 2906687"/>
              <a:gd name="connsiteX4" fmla="*/ 0 w 6594475"/>
              <a:gd name="connsiteY4" fmla="*/ 2819402 h 2906687"/>
              <a:gd name="connsiteX0" fmla="*/ 0 w 6694185"/>
              <a:gd name="connsiteY0" fmla="*/ 2824164 h 2906687"/>
              <a:gd name="connsiteX1" fmla="*/ 6684660 w 6694185"/>
              <a:gd name="connsiteY1" fmla="*/ 0 h 2906687"/>
              <a:gd name="connsiteX2" fmla="*/ 6694185 w 6694185"/>
              <a:gd name="connsiteY2" fmla="*/ 1624033 h 2906687"/>
              <a:gd name="connsiteX3" fmla="*/ 99710 w 6694185"/>
              <a:gd name="connsiteY3" fmla="*/ 2822577 h 2906687"/>
              <a:gd name="connsiteX4" fmla="*/ 0 w 6694185"/>
              <a:gd name="connsiteY4" fmla="*/ 2824164 h 2906687"/>
              <a:gd name="connsiteX0" fmla="*/ 0 w 6694185"/>
              <a:gd name="connsiteY0" fmla="*/ 1266975 h 1349498"/>
              <a:gd name="connsiteX1" fmla="*/ 4656870 w 6694185"/>
              <a:gd name="connsiteY1" fmla="*/ 0 h 1349498"/>
              <a:gd name="connsiteX2" fmla="*/ 6694185 w 6694185"/>
              <a:gd name="connsiteY2" fmla="*/ 66844 h 1349498"/>
              <a:gd name="connsiteX3" fmla="*/ 99710 w 6694185"/>
              <a:gd name="connsiteY3" fmla="*/ 1265388 h 1349498"/>
              <a:gd name="connsiteX4" fmla="*/ 0 w 6694185"/>
              <a:gd name="connsiteY4" fmla="*/ 1266975 h 1349498"/>
              <a:gd name="connsiteX0" fmla="*/ 0 w 6694185"/>
              <a:gd name="connsiteY0" fmla="*/ 1266975 h 1349498"/>
              <a:gd name="connsiteX1" fmla="*/ 4365815 w 6694185"/>
              <a:gd name="connsiteY1" fmla="*/ 0 h 1349498"/>
              <a:gd name="connsiteX2" fmla="*/ 6694185 w 6694185"/>
              <a:gd name="connsiteY2" fmla="*/ 66844 h 1349498"/>
              <a:gd name="connsiteX3" fmla="*/ 99710 w 6694185"/>
              <a:gd name="connsiteY3" fmla="*/ 1265388 h 1349498"/>
              <a:gd name="connsiteX4" fmla="*/ 0 w 6694185"/>
              <a:gd name="connsiteY4" fmla="*/ 1266975 h 1349498"/>
              <a:gd name="connsiteX0" fmla="*/ 0 w 6694185"/>
              <a:gd name="connsiteY0" fmla="*/ 1266975 h 1349498"/>
              <a:gd name="connsiteX1" fmla="*/ 4365815 w 6694185"/>
              <a:gd name="connsiteY1" fmla="*/ 0 h 1349498"/>
              <a:gd name="connsiteX2" fmla="*/ 6694185 w 6694185"/>
              <a:gd name="connsiteY2" fmla="*/ 66844 h 1349498"/>
              <a:gd name="connsiteX3" fmla="*/ 99710 w 6694185"/>
              <a:gd name="connsiteY3" fmla="*/ 1265388 h 1349498"/>
              <a:gd name="connsiteX4" fmla="*/ 0 w 6694185"/>
              <a:gd name="connsiteY4" fmla="*/ 1266975 h 1349498"/>
              <a:gd name="connsiteX0" fmla="*/ 0 w 6694185"/>
              <a:gd name="connsiteY0" fmla="*/ 1266975 h 1349498"/>
              <a:gd name="connsiteX1" fmla="*/ 4365815 w 6694185"/>
              <a:gd name="connsiteY1" fmla="*/ 0 h 1349498"/>
              <a:gd name="connsiteX2" fmla="*/ 6694185 w 6694185"/>
              <a:gd name="connsiteY2" fmla="*/ 66844 h 1349498"/>
              <a:gd name="connsiteX3" fmla="*/ 99710 w 6694185"/>
              <a:gd name="connsiteY3" fmla="*/ 1265388 h 1349498"/>
              <a:gd name="connsiteX4" fmla="*/ 0 w 6694185"/>
              <a:gd name="connsiteY4" fmla="*/ 1266975 h 1349498"/>
              <a:gd name="connsiteX0" fmla="*/ 0 w 6694185"/>
              <a:gd name="connsiteY0" fmla="*/ 1266975 h 1349498"/>
              <a:gd name="connsiteX1" fmla="*/ 4365815 w 6694185"/>
              <a:gd name="connsiteY1" fmla="*/ 0 h 1349498"/>
              <a:gd name="connsiteX2" fmla="*/ 6694185 w 6694185"/>
              <a:gd name="connsiteY2" fmla="*/ 0 h 1349498"/>
              <a:gd name="connsiteX3" fmla="*/ 99710 w 6694185"/>
              <a:gd name="connsiteY3" fmla="*/ 1265388 h 1349498"/>
              <a:gd name="connsiteX4" fmla="*/ 0 w 6694185"/>
              <a:gd name="connsiteY4" fmla="*/ 1266975 h 1349498"/>
              <a:gd name="connsiteX0" fmla="*/ 0 w 6694185"/>
              <a:gd name="connsiteY0" fmla="*/ 1266975 h 1349498"/>
              <a:gd name="connsiteX1" fmla="*/ 4365815 w 6694185"/>
              <a:gd name="connsiteY1" fmla="*/ 0 h 1349498"/>
              <a:gd name="connsiteX2" fmla="*/ 6694185 w 6694185"/>
              <a:gd name="connsiteY2" fmla="*/ 0 h 1349498"/>
              <a:gd name="connsiteX3" fmla="*/ 99710 w 6694185"/>
              <a:gd name="connsiteY3" fmla="*/ 1265388 h 1349498"/>
              <a:gd name="connsiteX4" fmla="*/ 0 w 6694185"/>
              <a:gd name="connsiteY4" fmla="*/ 1266975 h 1349498"/>
              <a:gd name="connsiteX0" fmla="*/ 0 w 6694185"/>
              <a:gd name="connsiteY0" fmla="*/ 1266975 h 1349498"/>
              <a:gd name="connsiteX1" fmla="*/ 4365815 w 6694185"/>
              <a:gd name="connsiteY1" fmla="*/ 0 h 1349498"/>
              <a:gd name="connsiteX2" fmla="*/ 6694185 w 6694185"/>
              <a:gd name="connsiteY2" fmla="*/ 0 h 1349498"/>
              <a:gd name="connsiteX3" fmla="*/ 99710 w 6694185"/>
              <a:gd name="connsiteY3" fmla="*/ 1265388 h 1349498"/>
              <a:gd name="connsiteX4" fmla="*/ 0 w 6694185"/>
              <a:gd name="connsiteY4" fmla="*/ 1266975 h 1349498"/>
              <a:gd name="connsiteX0" fmla="*/ 0 w 6694185"/>
              <a:gd name="connsiteY0" fmla="*/ 1266975 h 1349498"/>
              <a:gd name="connsiteX1" fmla="*/ 4365815 w 6694185"/>
              <a:gd name="connsiteY1" fmla="*/ 0 h 1349498"/>
              <a:gd name="connsiteX2" fmla="*/ 6694185 w 6694185"/>
              <a:gd name="connsiteY2" fmla="*/ 0 h 1349498"/>
              <a:gd name="connsiteX3" fmla="*/ 99710 w 6694185"/>
              <a:gd name="connsiteY3" fmla="*/ 1265388 h 1349498"/>
              <a:gd name="connsiteX4" fmla="*/ 0 w 6694185"/>
              <a:gd name="connsiteY4" fmla="*/ 1266975 h 1349498"/>
              <a:gd name="connsiteX0" fmla="*/ 0 w 6694185"/>
              <a:gd name="connsiteY0" fmla="*/ 1266975 h 1745039"/>
              <a:gd name="connsiteX1" fmla="*/ 4365815 w 6694185"/>
              <a:gd name="connsiteY1" fmla="*/ 0 h 1745039"/>
              <a:gd name="connsiteX2" fmla="*/ 6694185 w 6694185"/>
              <a:gd name="connsiteY2" fmla="*/ 0 h 1745039"/>
              <a:gd name="connsiteX3" fmla="*/ 291054 w 6694185"/>
              <a:gd name="connsiteY3" fmla="*/ 1660929 h 1745039"/>
              <a:gd name="connsiteX4" fmla="*/ 0 w 6694185"/>
              <a:gd name="connsiteY4" fmla="*/ 1266975 h 1745039"/>
              <a:gd name="connsiteX0" fmla="*/ 0 w 6694185"/>
              <a:gd name="connsiteY0" fmla="*/ 1266975 h 1641229"/>
              <a:gd name="connsiteX1" fmla="*/ 4365815 w 6694185"/>
              <a:gd name="connsiteY1" fmla="*/ 0 h 1641229"/>
              <a:gd name="connsiteX2" fmla="*/ 6694185 w 6694185"/>
              <a:gd name="connsiteY2" fmla="*/ 0 h 1641229"/>
              <a:gd name="connsiteX3" fmla="*/ 291054 w 6694185"/>
              <a:gd name="connsiteY3" fmla="*/ 1557119 h 1641229"/>
              <a:gd name="connsiteX4" fmla="*/ 0 w 6694185"/>
              <a:gd name="connsiteY4" fmla="*/ 1266975 h 1641229"/>
              <a:gd name="connsiteX0" fmla="*/ 0 w 6694185"/>
              <a:gd name="connsiteY0" fmla="*/ 1266975 h 1641229"/>
              <a:gd name="connsiteX1" fmla="*/ 4365815 w 6694185"/>
              <a:gd name="connsiteY1" fmla="*/ 0 h 1641229"/>
              <a:gd name="connsiteX2" fmla="*/ 6694185 w 6694185"/>
              <a:gd name="connsiteY2" fmla="*/ 0 h 1641229"/>
              <a:gd name="connsiteX3" fmla="*/ 291054 w 6694185"/>
              <a:gd name="connsiteY3" fmla="*/ 1557119 h 1641229"/>
              <a:gd name="connsiteX4" fmla="*/ 0 w 6694185"/>
              <a:gd name="connsiteY4" fmla="*/ 1266975 h 1641229"/>
              <a:gd name="connsiteX0" fmla="*/ 291055 w 6403131"/>
              <a:gd name="connsiteY0" fmla="*/ 1349499 h 1641229"/>
              <a:gd name="connsiteX1" fmla="*/ 4074761 w 6403131"/>
              <a:gd name="connsiteY1" fmla="*/ 0 h 1641229"/>
              <a:gd name="connsiteX2" fmla="*/ 6403131 w 6403131"/>
              <a:gd name="connsiteY2" fmla="*/ 0 h 1641229"/>
              <a:gd name="connsiteX3" fmla="*/ 0 w 6403131"/>
              <a:gd name="connsiteY3" fmla="*/ 1557119 h 1641229"/>
              <a:gd name="connsiteX4" fmla="*/ 291055 w 6403131"/>
              <a:gd name="connsiteY4" fmla="*/ 1349499 h 1641229"/>
              <a:gd name="connsiteX0" fmla="*/ 1 w 6112077"/>
              <a:gd name="connsiteY0" fmla="*/ 1349499 h 2160280"/>
              <a:gd name="connsiteX1" fmla="*/ 3783707 w 6112077"/>
              <a:gd name="connsiteY1" fmla="*/ 0 h 2160280"/>
              <a:gd name="connsiteX2" fmla="*/ 6112077 w 6112077"/>
              <a:gd name="connsiteY2" fmla="*/ 0 h 2160280"/>
              <a:gd name="connsiteX3" fmla="*/ 582109 w 6112077"/>
              <a:gd name="connsiteY3" fmla="*/ 2076170 h 2160280"/>
              <a:gd name="connsiteX4" fmla="*/ 1 w 6112077"/>
              <a:gd name="connsiteY4" fmla="*/ 1349499 h 2160280"/>
              <a:gd name="connsiteX0" fmla="*/ 0 w 6694186"/>
              <a:gd name="connsiteY0" fmla="*/ 1764739 h 2160280"/>
              <a:gd name="connsiteX1" fmla="*/ 4365816 w 6694186"/>
              <a:gd name="connsiteY1" fmla="*/ 0 h 2160280"/>
              <a:gd name="connsiteX2" fmla="*/ 6694186 w 6694186"/>
              <a:gd name="connsiteY2" fmla="*/ 0 h 2160280"/>
              <a:gd name="connsiteX3" fmla="*/ 1164218 w 6694186"/>
              <a:gd name="connsiteY3" fmla="*/ 2076170 h 2160280"/>
              <a:gd name="connsiteX4" fmla="*/ 0 w 6694186"/>
              <a:gd name="connsiteY4" fmla="*/ 1764739 h 2160280"/>
              <a:gd name="connsiteX0" fmla="*/ 0 w 6694186"/>
              <a:gd name="connsiteY0" fmla="*/ 1764739 h 2160280"/>
              <a:gd name="connsiteX1" fmla="*/ 4365816 w 6694186"/>
              <a:gd name="connsiteY1" fmla="*/ 0 h 2160280"/>
              <a:gd name="connsiteX2" fmla="*/ 6694186 w 6694186"/>
              <a:gd name="connsiteY2" fmla="*/ 0 h 2160280"/>
              <a:gd name="connsiteX3" fmla="*/ 1164218 w 6694186"/>
              <a:gd name="connsiteY3" fmla="*/ 2076170 h 2160280"/>
              <a:gd name="connsiteX4" fmla="*/ 0 w 6694186"/>
              <a:gd name="connsiteY4" fmla="*/ 1764739 h 2160280"/>
              <a:gd name="connsiteX0" fmla="*/ 0 w 6694186"/>
              <a:gd name="connsiteY0" fmla="*/ 1764739 h 2160280"/>
              <a:gd name="connsiteX1" fmla="*/ 4365816 w 6694186"/>
              <a:gd name="connsiteY1" fmla="*/ 0 h 2160280"/>
              <a:gd name="connsiteX2" fmla="*/ 6694186 w 6694186"/>
              <a:gd name="connsiteY2" fmla="*/ 0 h 2160280"/>
              <a:gd name="connsiteX3" fmla="*/ 1164218 w 6694186"/>
              <a:gd name="connsiteY3" fmla="*/ 2076170 h 2160280"/>
              <a:gd name="connsiteX4" fmla="*/ 0 w 6694186"/>
              <a:gd name="connsiteY4" fmla="*/ 1764739 h 2160280"/>
              <a:gd name="connsiteX0" fmla="*/ 0 w 6694186"/>
              <a:gd name="connsiteY0" fmla="*/ 1764739 h 2076170"/>
              <a:gd name="connsiteX1" fmla="*/ 4365816 w 6694186"/>
              <a:gd name="connsiteY1" fmla="*/ 0 h 2076170"/>
              <a:gd name="connsiteX2" fmla="*/ 6694186 w 6694186"/>
              <a:gd name="connsiteY2" fmla="*/ 0 h 2076170"/>
              <a:gd name="connsiteX3" fmla="*/ 1164218 w 6694186"/>
              <a:gd name="connsiteY3" fmla="*/ 2076170 h 2076170"/>
              <a:gd name="connsiteX4" fmla="*/ 0 w 6694186"/>
              <a:gd name="connsiteY4" fmla="*/ 1764739 h 2076170"/>
              <a:gd name="connsiteX0" fmla="*/ 0 w 6694186"/>
              <a:gd name="connsiteY0" fmla="*/ 1764739 h 2076170"/>
              <a:gd name="connsiteX1" fmla="*/ 4365816 w 6694186"/>
              <a:gd name="connsiteY1" fmla="*/ 0 h 2076170"/>
              <a:gd name="connsiteX2" fmla="*/ 6694186 w 6694186"/>
              <a:gd name="connsiteY2" fmla="*/ 0 h 2076170"/>
              <a:gd name="connsiteX3" fmla="*/ 1164218 w 6694186"/>
              <a:gd name="connsiteY3" fmla="*/ 2076170 h 2076170"/>
              <a:gd name="connsiteX4" fmla="*/ 0 w 6694186"/>
              <a:gd name="connsiteY4" fmla="*/ 1764739 h 2076170"/>
              <a:gd name="connsiteX0" fmla="*/ 0 w 6694186"/>
              <a:gd name="connsiteY0" fmla="*/ 1764739 h 2076170"/>
              <a:gd name="connsiteX1" fmla="*/ 4365816 w 6694186"/>
              <a:gd name="connsiteY1" fmla="*/ 0 h 2076170"/>
              <a:gd name="connsiteX2" fmla="*/ 6694186 w 6694186"/>
              <a:gd name="connsiteY2" fmla="*/ 0 h 2076170"/>
              <a:gd name="connsiteX3" fmla="*/ 1164218 w 6694186"/>
              <a:gd name="connsiteY3" fmla="*/ 2076170 h 2076170"/>
              <a:gd name="connsiteX4" fmla="*/ 0 w 6694186"/>
              <a:gd name="connsiteY4" fmla="*/ 1764739 h 2076170"/>
              <a:gd name="connsiteX0" fmla="*/ 0 w 6694186"/>
              <a:gd name="connsiteY0" fmla="*/ 1764739 h 1972360"/>
              <a:gd name="connsiteX1" fmla="*/ 4365816 w 6694186"/>
              <a:gd name="connsiteY1" fmla="*/ 0 h 1972360"/>
              <a:gd name="connsiteX2" fmla="*/ 6694186 w 6694186"/>
              <a:gd name="connsiteY2" fmla="*/ 0 h 1972360"/>
              <a:gd name="connsiteX3" fmla="*/ 873163 w 6694186"/>
              <a:gd name="connsiteY3" fmla="*/ 1972360 h 1972360"/>
              <a:gd name="connsiteX4" fmla="*/ 0 w 6694186"/>
              <a:gd name="connsiteY4" fmla="*/ 1764739 h 1972360"/>
              <a:gd name="connsiteX0" fmla="*/ 0 w 7000608"/>
              <a:gd name="connsiteY0" fmla="*/ 1650002 h 1972360"/>
              <a:gd name="connsiteX1" fmla="*/ 4672238 w 7000608"/>
              <a:gd name="connsiteY1" fmla="*/ 0 h 1972360"/>
              <a:gd name="connsiteX2" fmla="*/ 7000608 w 7000608"/>
              <a:gd name="connsiteY2" fmla="*/ 0 h 1972360"/>
              <a:gd name="connsiteX3" fmla="*/ 1179585 w 7000608"/>
              <a:gd name="connsiteY3" fmla="*/ 1972360 h 1972360"/>
              <a:gd name="connsiteX4" fmla="*/ 0 w 7000608"/>
              <a:gd name="connsiteY4" fmla="*/ 1650002 h 1972360"/>
              <a:gd name="connsiteX0" fmla="*/ 0 w 7000608"/>
              <a:gd name="connsiteY0" fmla="*/ 1650002 h 1972360"/>
              <a:gd name="connsiteX1" fmla="*/ 4672238 w 7000608"/>
              <a:gd name="connsiteY1" fmla="*/ 0 h 1972360"/>
              <a:gd name="connsiteX2" fmla="*/ 7000608 w 7000608"/>
              <a:gd name="connsiteY2" fmla="*/ 0 h 1972360"/>
              <a:gd name="connsiteX3" fmla="*/ 1179585 w 7000608"/>
              <a:gd name="connsiteY3" fmla="*/ 1972360 h 1972360"/>
              <a:gd name="connsiteX4" fmla="*/ 0 w 7000608"/>
              <a:gd name="connsiteY4" fmla="*/ 1650002 h 1972360"/>
              <a:gd name="connsiteX0" fmla="*/ 0 w 7000608"/>
              <a:gd name="connsiteY0" fmla="*/ 1650002 h 1972360"/>
              <a:gd name="connsiteX1" fmla="*/ 4672238 w 7000608"/>
              <a:gd name="connsiteY1" fmla="*/ 0 h 1972360"/>
              <a:gd name="connsiteX2" fmla="*/ 7000608 w 7000608"/>
              <a:gd name="connsiteY2" fmla="*/ 0 h 1972360"/>
              <a:gd name="connsiteX3" fmla="*/ 1179585 w 7000608"/>
              <a:gd name="connsiteY3" fmla="*/ 1972360 h 1972360"/>
              <a:gd name="connsiteX4" fmla="*/ 0 w 7000608"/>
              <a:gd name="connsiteY4" fmla="*/ 1650002 h 1972360"/>
              <a:gd name="connsiteX0" fmla="*/ 0 w 7000608"/>
              <a:gd name="connsiteY0" fmla="*/ 1650002 h 1883629"/>
              <a:gd name="connsiteX1" fmla="*/ 4672238 w 7000608"/>
              <a:gd name="connsiteY1" fmla="*/ 0 h 1883629"/>
              <a:gd name="connsiteX2" fmla="*/ 7000608 w 7000608"/>
              <a:gd name="connsiteY2" fmla="*/ 0 h 1883629"/>
              <a:gd name="connsiteX3" fmla="*/ 941602 w 7000608"/>
              <a:gd name="connsiteY3" fmla="*/ 1883629 h 1883629"/>
              <a:gd name="connsiteX4" fmla="*/ 0 w 7000608"/>
              <a:gd name="connsiteY4" fmla="*/ 1650002 h 1883629"/>
              <a:gd name="connsiteX0" fmla="*/ 0 w 7000608"/>
              <a:gd name="connsiteY0" fmla="*/ 1650002 h 1883629"/>
              <a:gd name="connsiteX1" fmla="*/ 4672238 w 7000608"/>
              <a:gd name="connsiteY1" fmla="*/ 0 h 1883629"/>
              <a:gd name="connsiteX2" fmla="*/ 7000608 w 7000608"/>
              <a:gd name="connsiteY2" fmla="*/ 0 h 1883629"/>
              <a:gd name="connsiteX3" fmla="*/ 941602 w 7000608"/>
              <a:gd name="connsiteY3" fmla="*/ 1883629 h 1883629"/>
              <a:gd name="connsiteX4" fmla="*/ 0 w 7000608"/>
              <a:gd name="connsiteY4" fmla="*/ 1650002 h 1883629"/>
              <a:gd name="connsiteX0" fmla="*/ 0 w 7000608"/>
              <a:gd name="connsiteY0" fmla="*/ 1650002 h 1767293"/>
              <a:gd name="connsiteX1" fmla="*/ 4672238 w 7000608"/>
              <a:gd name="connsiteY1" fmla="*/ 0 h 1767293"/>
              <a:gd name="connsiteX2" fmla="*/ 7000608 w 7000608"/>
              <a:gd name="connsiteY2" fmla="*/ 0 h 1767293"/>
              <a:gd name="connsiteX3" fmla="*/ 569627 w 7000608"/>
              <a:gd name="connsiteY3" fmla="*/ 1767293 h 1767293"/>
              <a:gd name="connsiteX4" fmla="*/ 0 w 7000608"/>
              <a:gd name="connsiteY4" fmla="*/ 1650002 h 1767293"/>
              <a:gd name="connsiteX0" fmla="*/ 121392 w 6430981"/>
              <a:gd name="connsiteY0" fmla="*/ 1460178 h 1767293"/>
              <a:gd name="connsiteX1" fmla="*/ 4102611 w 6430981"/>
              <a:gd name="connsiteY1" fmla="*/ 0 h 1767293"/>
              <a:gd name="connsiteX2" fmla="*/ 6430981 w 6430981"/>
              <a:gd name="connsiteY2" fmla="*/ 0 h 1767293"/>
              <a:gd name="connsiteX3" fmla="*/ 0 w 6430981"/>
              <a:gd name="connsiteY3" fmla="*/ 1767293 h 1767293"/>
              <a:gd name="connsiteX4" fmla="*/ 121392 w 6430981"/>
              <a:gd name="connsiteY4" fmla="*/ 1460178 h 1767293"/>
              <a:gd name="connsiteX0" fmla="*/ 121392 w 6430981"/>
              <a:gd name="connsiteY0" fmla="*/ 1460178 h 1767293"/>
              <a:gd name="connsiteX1" fmla="*/ 4102611 w 6430981"/>
              <a:gd name="connsiteY1" fmla="*/ 0 h 1767293"/>
              <a:gd name="connsiteX2" fmla="*/ 6430981 w 6430981"/>
              <a:gd name="connsiteY2" fmla="*/ 0 h 1767293"/>
              <a:gd name="connsiteX3" fmla="*/ 0 w 6430981"/>
              <a:gd name="connsiteY3" fmla="*/ 1767293 h 1767293"/>
              <a:gd name="connsiteX4" fmla="*/ 121392 w 6430981"/>
              <a:gd name="connsiteY4" fmla="*/ 1460178 h 1767293"/>
              <a:gd name="connsiteX0" fmla="*/ 27716 w 6430981"/>
              <a:gd name="connsiteY0" fmla="*/ 1321030 h 1767293"/>
              <a:gd name="connsiteX1" fmla="*/ 4102611 w 6430981"/>
              <a:gd name="connsiteY1" fmla="*/ 0 h 1767293"/>
              <a:gd name="connsiteX2" fmla="*/ 6430981 w 6430981"/>
              <a:gd name="connsiteY2" fmla="*/ 0 h 1767293"/>
              <a:gd name="connsiteX3" fmla="*/ 0 w 6430981"/>
              <a:gd name="connsiteY3" fmla="*/ 1767293 h 1767293"/>
              <a:gd name="connsiteX4" fmla="*/ 27716 w 6430981"/>
              <a:gd name="connsiteY4" fmla="*/ 1321030 h 1767293"/>
              <a:gd name="connsiteX0" fmla="*/ 27716 w 6430981"/>
              <a:gd name="connsiteY0" fmla="*/ 1321030 h 1767293"/>
              <a:gd name="connsiteX1" fmla="*/ 4102611 w 6430981"/>
              <a:gd name="connsiteY1" fmla="*/ 0 h 1767293"/>
              <a:gd name="connsiteX2" fmla="*/ 6430981 w 6430981"/>
              <a:gd name="connsiteY2" fmla="*/ 0 h 1767293"/>
              <a:gd name="connsiteX3" fmla="*/ 0 w 6430981"/>
              <a:gd name="connsiteY3" fmla="*/ 1767293 h 1767293"/>
              <a:gd name="connsiteX4" fmla="*/ 27716 w 6430981"/>
              <a:gd name="connsiteY4" fmla="*/ 1321030 h 1767293"/>
              <a:gd name="connsiteX0" fmla="*/ 27716 w 6430981"/>
              <a:gd name="connsiteY0" fmla="*/ 1321030 h 1767293"/>
              <a:gd name="connsiteX1" fmla="*/ 4102611 w 6430981"/>
              <a:gd name="connsiteY1" fmla="*/ 0 h 1767293"/>
              <a:gd name="connsiteX2" fmla="*/ 6430981 w 6430981"/>
              <a:gd name="connsiteY2" fmla="*/ 0 h 1767293"/>
              <a:gd name="connsiteX3" fmla="*/ 0 w 6430981"/>
              <a:gd name="connsiteY3" fmla="*/ 1767293 h 1767293"/>
              <a:gd name="connsiteX4" fmla="*/ 27716 w 6430981"/>
              <a:gd name="connsiteY4" fmla="*/ 1321030 h 1767293"/>
              <a:gd name="connsiteX0" fmla="*/ 27716 w 6430981"/>
              <a:gd name="connsiteY0" fmla="*/ 1321030 h 1767293"/>
              <a:gd name="connsiteX1" fmla="*/ 4102611 w 6430981"/>
              <a:gd name="connsiteY1" fmla="*/ 0 h 1767293"/>
              <a:gd name="connsiteX2" fmla="*/ 6430981 w 6430981"/>
              <a:gd name="connsiteY2" fmla="*/ 0 h 1767293"/>
              <a:gd name="connsiteX3" fmla="*/ 0 w 6430981"/>
              <a:gd name="connsiteY3" fmla="*/ 1767293 h 1767293"/>
              <a:gd name="connsiteX4" fmla="*/ 27716 w 6430981"/>
              <a:gd name="connsiteY4" fmla="*/ 1321030 h 1767293"/>
              <a:gd name="connsiteX0" fmla="*/ 27716 w 6430981"/>
              <a:gd name="connsiteY0" fmla="*/ 1321030 h 1767293"/>
              <a:gd name="connsiteX1" fmla="*/ 4102611 w 6430981"/>
              <a:gd name="connsiteY1" fmla="*/ 0 h 1767293"/>
              <a:gd name="connsiteX2" fmla="*/ 6430981 w 6430981"/>
              <a:gd name="connsiteY2" fmla="*/ 0 h 1767293"/>
              <a:gd name="connsiteX3" fmla="*/ 0 w 6430981"/>
              <a:gd name="connsiteY3" fmla="*/ 1767293 h 1767293"/>
              <a:gd name="connsiteX4" fmla="*/ 27716 w 6430981"/>
              <a:gd name="connsiteY4" fmla="*/ 1321030 h 1767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30981" h="1767293">
                <a:moveTo>
                  <a:pt x="27716" y="1321030"/>
                </a:moveTo>
                <a:cubicBezTo>
                  <a:pt x="1853168" y="911647"/>
                  <a:pt x="2370635" y="795855"/>
                  <a:pt x="4102611" y="0"/>
                </a:cubicBezTo>
                <a:lnTo>
                  <a:pt x="6430981" y="0"/>
                </a:lnTo>
                <a:cubicBezTo>
                  <a:pt x="4514495" y="1074836"/>
                  <a:pt x="2038065" y="1512845"/>
                  <a:pt x="0" y="1767293"/>
                </a:cubicBezTo>
                <a:lnTo>
                  <a:pt x="27716" y="1321030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  <a:alpha val="14000"/>
                </a:schemeClr>
              </a:gs>
              <a:gs pos="50000">
                <a:schemeClr val="bg1">
                  <a:lumMod val="75000"/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1" hangingPunct="1"/>
            <a:endParaRPr lang="ko-KR" alt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개체 틀 6"/>
          <p:cNvSpPr>
            <a:spLocks noGrp="1"/>
          </p:cNvSpPr>
          <p:nvPr>
            <p:ph type="title"/>
          </p:nvPr>
        </p:nvSpPr>
        <p:spPr>
          <a:xfrm>
            <a:off x="285720" y="346076"/>
            <a:ext cx="8858280" cy="439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44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개체 틀 6"/>
          <p:cNvSpPr>
            <a:spLocks noGrp="1"/>
          </p:cNvSpPr>
          <p:nvPr>
            <p:ph type="title"/>
          </p:nvPr>
        </p:nvSpPr>
        <p:spPr>
          <a:xfrm>
            <a:off x="285720" y="346076"/>
            <a:ext cx="8858280" cy="439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44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5"/>
          <p:cNvGrpSpPr>
            <a:grpSpLocks/>
          </p:cNvGrpSpPr>
          <p:nvPr userDrawn="1"/>
        </p:nvGrpSpPr>
        <p:grpSpPr bwMode="auto">
          <a:xfrm>
            <a:off x="286340" y="963613"/>
            <a:ext cx="8643378" cy="5807075"/>
            <a:chOff x="285750" y="963613"/>
            <a:chExt cx="8426450" cy="5807075"/>
          </a:xfrm>
        </p:grpSpPr>
        <p:grpSp>
          <p:nvGrpSpPr>
            <p:cNvPr id="5" name="Group 24"/>
            <p:cNvGrpSpPr>
              <a:grpSpLocks/>
            </p:cNvGrpSpPr>
            <p:nvPr/>
          </p:nvGrpSpPr>
          <p:grpSpPr bwMode="auto">
            <a:xfrm>
              <a:off x="4370398" y="6338888"/>
              <a:ext cx="487363" cy="431800"/>
              <a:chOff x="2835" y="4048"/>
              <a:chExt cx="307" cy="272"/>
            </a:xfrm>
          </p:grpSpPr>
          <p:sp>
            <p:nvSpPr>
              <p:cNvPr id="7" name="Rectangle 25"/>
              <p:cNvSpPr>
                <a:spLocks noChangeArrowheads="1"/>
              </p:cNvSpPr>
              <p:nvPr/>
            </p:nvSpPr>
            <p:spPr bwMode="auto">
              <a:xfrm>
                <a:off x="2835" y="4048"/>
                <a:ext cx="272" cy="2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8" name="Rectangle 30"/>
              <p:cNvSpPr>
                <a:spLocks noChangeArrowheads="1"/>
              </p:cNvSpPr>
              <p:nvPr/>
            </p:nvSpPr>
            <p:spPr bwMode="auto">
              <a:xfrm>
                <a:off x="2870" y="4065"/>
                <a:ext cx="272" cy="2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Y견고딕" pitchFamily="18" charset="-127"/>
                  <a:ea typeface="HY견고딕" pitchFamily="18" charset="-127"/>
                </a:endParaRPr>
              </a:p>
            </p:txBody>
          </p:sp>
        </p:grpSp>
        <p:sp>
          <p:nvSpPr>
            <p:cNvPr id="6" name="AutoShape 2"/>
            <p:cNvSpPr>
              <a:spLocks noChangeArrowheads="1"/>
            </p:cNvSpPr>
            <p:nvPr/>
          </p:nvSpPr>
          <p:spPr bwMode="auto">
            <a:xfrm>
              <a:off x="285750" y="963613"/>
              <a:ext cx="8426450" cy="5608659"/>
            </a:xfrm>
            <a:prstGeom prst="roundRect">
              <a:avLst>
                <a:gd name="adj" fmla="val 2102"/>
              </a:avLst>
            </a:prstGeom>
            <a:solidFill>
              <a:srgbClr val="FFFFFF">
                <a:alpha val="85881"/>
              </a:srgbClr>
            </a:solidFill>
            <a:ln w="28575">
              <a:solidFill>
                <a:srgbClr val="B2B2B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charset="-127"/>
                <a:ea typeface="굴림" charset="-127"/>
              </a:endParaRPr>
            </a:p>
          </p:txBody>
        </p:sp>
      </p:grp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05200" y="6508750"/>
            <a:ext cx="2133600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9EC0682C-9CBC-40AC-A6CB-3F21CD51C6AC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/>
        </p:nvSpPr>
        <p:spPr>
          <a:xfrm>
            <a:off x="0" y="3214686"/>
            <a:ext cx="9144000" cy="4929222"/>
          </a:xfrm>
          <a:custGeom>
            <a:avLst/>
            <a:gdLst>
              <a:gd name="connsiteX0" fmla="*/ 0 w 9144000"/>
              <a:gd name="connsiteY0" fmla="*/ 27296 h 791570"/>
              <a:gd name="connsiteX1" fmla="*/ 0 w 9144000"/>
              <a:gd name="connsiteY1" fmla="*/ 614150 h 791570"/>
              <a:gd name="connsiteX2" fmla="*/ 6960358 w 9144000"/>
              <a:gd name="connsiteY2" fmla="*/ 791570 h 791570"/>
              <a:gd name="connsiteX3" fmla="*/ 9144000 w 9144000"/>
              <a:gd name="connsiteY3" fmla="*/ 245660 h 791570"/>
              <a:gd name="connsiteX4" fmla="*/ 9144000 w 9144000"/>
              <a:gd name="connsiteY4" fmla="*/ 0 h 791570"/>
              <a:gd name="connsiteX5" fmla="*/ 0 w 9144000"/>
              <a:gd name="connsiteY5" fmla="*/ 27296 h 791570"/>
              <a:gd name="connsiteX0" fmla="*/ 0 w 9144000"/>
              <a:gd name="connsiteY0" fmla="*/ 163282 h 927556"/>
              <a:gd name="connsiteX1" fmla="*/ 0 w 9144000"/>
              <a:gd name="connsiteY1" fmla="*/ 750136 h 927556"/>
              <a:gd name="connsiteX2" fmla="*/ 6960358 w 9144000"/>
              <a:gd name="connsiteY2" fmla="*/ 927556 h 927556"/>
              <a:gd name="connsiteX3" fmla="*/ 9144000 w 9144000"/>
              <a:gd name="connsiteY3" fmla="*/ 381646 h 927556"/>
              <a:gd name="connsiteX4" fmla="*/ 9144000 w 9144000"/>
              <a:gd name="connsiteY4" fmla="*/ 135986 h 927556"/>
              <a:gd name="connsiteX5" fmla="*/ 0 w 9144000"/>
              <a:gd name="connsiteY5" fmla="*/ 163282 h 927556"/>
              <a:gd name="connsiteX0" fmla="*/ 0 w 9144000"/>
              <a:gd name="connsiteY0" fmla="*/ 442848 h 1207122"/>
              <a:gd name="connsiteX1" fmla="*/ 0 w 9144000"/>
              <a:gd name="connsiteY1" fmla="*/ 1029702 h 1207122"/>
              <a:gd name="connsiteX2" fmla="*/ 6960358 w 9144000"/>
              <a:gd name="connsiteY2" fmla="*/ 1207122 h 1207122"/>
              <a:gd name="connsiteX3" fmla="*/ 9144000 w 9144000"/>
              <a:gd name="connsiteY3" fmla="*/ 661212 h 1207122"/>
              <a:gd name="connsiteX4" fmla="*/ 9144000 w 9144000"/>
              <a:gd name="connsiteY4" fmla="*/ 415552 h 1207122"/>
              <a:gd name="connsiteX5" fmla="*/ 0 w 9144000"/>
              <a:gd name="connsiteY5" fmla="*/ 442848 h 1207122"/>
              <a:gd name="connsiteX0" fmla="*/ 0 w 9144000"/>
              <a:gd name="connsiteY0" fmla="*/ 442848 h 1225319"/>
              <a:gd name="connsiteX1" fmla="*/ 0 w 9144000"/>
              <a:gd name="connsiteY1" fmla="*/ 1029702 h 1225319"/>
              <a:gd name="connsiteX2" fmla="*/ 6960358 w 9144000"/>
              <a:gd name="connsiteY2" fmla="*/ 1207122 h 1225319"/>
              <a:gd name="connsiteX3" fmla="*/ 9144000 w 9144000"/>
              <a:gd name="connsiteY3" fmla="*/ 661212 h 1225319"/>
              <a:gd name="connsiteX4" fmla="*/ 9144000 w 9144000"/>
              <a:gd name="connsiteY4" fmla="*/ 415552 h 1225319"/>
              <a:gd name="connsiteX5" fmla="*/ 0 w 9144000"/>
              <a:gd name="connsiteY5" fmla="*/ 442848 h 1225319"/>
              <a:gd name="connsiteX0" fmla="*/ 0 w 9193306"/>
              <a:gd name="connsiteY0" fmla="*/ 442848 h 1426844"/>
              <a:gd name="connsiteX1" fmla="*/ 0 w 9193306"/>
              <a:gd name="connsiteY1" fmla="*/ 1029702 h 1426844"/>
              <a:gd name="connsiteX2" fmla="*/ 6960358 w 9193306"/>
              <a:gd name="connsiteY2" fmla="*/ 1207122 h 1426844"/>
              <a:gd name="connsiteX3" fmla="*/ 9144000 w 9193306"/>
              <a:gd name="connsiteY3" fmla="*/ 661212 h 1426844"/>
              <a:gd name="connsiteX4" fmla="*/ 9144000 w 9193306"/>
              <a:gd name="connsiteY4" fmla="*/ 415552 h 1426844"/>
              <a:gd name="connsiteX5" fmla="*/ 0 w 9193306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619886"/>
              <a:gd name="connsiteX1" fmla="*/ 0 w 9144000"/>
              <a:gd name="connsiteY1" fmla="*/ 1029702 h 1619886"/>
              <a:gd name="connsiteX2" fmla="*/ 6960358 w 9144000"/>
              <a:gd name="connsiteY2" fmla="*/ 1207122 h 1619886"/>
              <a:gd name="connsiteX3" fmla="*/ 9144000 w 9144000"/>
              <a:gd name="connsiteY3" fmla="*/ 661212 h 1619886"/>
              <a:gd name="connsiteX4" fmla="*/ 9144000 w 9144000"/>
              <a:gd name="connsiteY4" fmla="*/ 415552 h 1619886"/>
              <a:gd name="connsiteX5" fmla="*/ 0 w 9144000"/>
              <a:gd name="connsiteY5" fmla="*/ 442848 h 1619886"/>
              <a:gd name="connsiteX0" fmla="*/ 0 w 9144000"/>
              <a:gd name="connsiteY0" fmla="*/ 442848 h 1999667"/>
              <a:gd name="connsiteX1" fmla="*/ 0 w 9144000"/>
              <a:gd name="connsiteY1" fmla="*/ 1029702 h 1999667"/>
              <a:gd name="connsiteX2" fmla="*/ 6960358 w 9144000"/>
              <a:gd name="connsiteY2" fmla="*/ 1207122 h 1999667"/>
              <a:gd name="connsiteX3" fmla="*/ 9144000 w 9144000"/>
              <a:gd name="connsiteY3" fmla="*/ 661212 h 1999667"/>
              <a:gd name="connsiteX4" fmla="*/ 9144000 w 9144000"/>
              <a:gd name="connsiteY4" fmla="*/ 415552 h 1999667"/>
              <a:gd name="connsiteX5" fmla="*/ 0 w 9144000"/>
              <a:gd name="connsiteY5" fmla="*/ 442848 h 1999667"/>
              <a:gd name="connsiteX0" fmla="*/ 0 w 9144000"/>
              <a:gd name="connsiteY0" fmla="*/ 380150 h 2151307"/>
              <a:gd name="connsiteX1" fmla="*/ 0 w 9144000"/>
              <a:gd name="connsiteY1" fmla="*/ 1181342 h 2151307"/>
              <a:gd name="connsiteX2" fmla="*/ 6960358 w 9144000"/>
              <a:gd name="connsiteY2" fmla="*/ 1358762 h 2151307"/>
              <a:gd name="connsiteX3" fmla="*/ 9144000 w 9144000"/>
              <a:gd name="connsiteY3" fmla="*/ 812852 h 2151307"/>
              <a:gd name="connsiteX4" fmla="*/ 9144000 w 9144000"/>
              <a:gd name="connsiteY4" fmla="*/ 567192 h 2151307"/>
              <a:gd name="connsiteX5" fmla="*/ 0 w 9144000"/>
              <a:gd name="connsiteY5" fmla="*/ 380150 h 2151307"/>
              <a:gd name="connsiteX0" fmla="*/ 0 w 9144000"/>
              <a:gd name="connsiteY0" fmla="*/ 804294 h 2575451"/>
              <a:gd name="connsiteX1" fmla="*/ 0 w 9144000"/>
              <a:gd name="connsiteY1" fmla="*/ 1605486 h 2575451"/>
              <a:gd name="connsiteX2" fmla="*/ 6960358 w 9144000"/>
              <a:gd name="connsiteY2" fmla="*/ 1782906 h 2575451"/>
              <a:gd name="connsiteX3" fmla="*/ 9144000 w 9144000"/>
              <a:gd name="connsiteY3" fmla="*/ 1236996 h 2575451"/>
              <a:gd name="connsiteX4" fmla="*/ 9144000 w 9144000"/>
              <a:gd name="connsiteY4" fmla="*/ 991336 h 2575451"/>
              <a:gd name="connsiteX5" fmla="*/ 0 w 9144000"/>
              <a:gd name="connsiteY5" fmla="*/ 804294 h 2575451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960358 w 9144000"/>
              <a:gd name="connsiteY2" fmla="*/ 1782906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609125 w 9144000"/>
              <a:gd name="connsiteY2" fmla="*/ 189527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609125 w 9144000"/>
              <a:gd name="connsiteY2" fmla="*/ 189527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451309 w 9144000"/>
              <a:gd name="connsiteY2" fmla="*/ 178608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451309 w 9144000"/>
              <a:gd name="connsiteY2" fmla="*/ 178608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71296"/>
              <a:gd name="connsiteY0" fmla="*/ 804294 h 2887375"/>
              <a:gd name="connsiteX1" fmla="*/ 0 w 9171296"/>
              <a:gd name="connsiteY1" fmla="*/ 1605486 h 2887375"/>
              <a:gd name="connsiteX2" fmla="*/ 6451309 w 9171296"/>
              <a:gd name="connsiteY2" fmla="*/ 1786089 h 2887375"/>
              <a:gd name="connsiteX3" fmla="*/ 9144000 w 9171296"/>
              <a:gd name="connsiteY3" fmla="*/ 1236996 h 2887375"/>
              <a:gd name="connsiteX4" fmla="*/ 9171296 w 9171296"/>
              <a:gd name="connsiteY4" fmla="*/ 789349 h 2887375"/>
              <a:gd name="connsiteX5" fmla="*/ 0 w 9171296"/>
              <a:gd name="connsiteY5" fmla="*/ 804294 h 2887375"/>
              <a:gd name="connsiteX0" fmla="*/ 0 w 9171296"/>
              <a:gd name="connsiteY0" fmla="*/ 804294 h 2994163"/>
              <a:gd name="connsiteX1" fmla="*/ 0 w 9171296"/>
              <a:gd name="connsiteY1" fmla="*/ 1605486 h 2994163"/>
              <a:gd name="connsiteX2" fmla="*/ 6451309 w 9171296"/>
              <a:gd name="connsiteY2" fmla="*/ 1786089 h 2994163"/>
              <a:gd name="connsiteX3" fmla="*/ 9144000 w 9171296"/>
              <a:gd name="connsiteY3" fmla="*/ 1236996 h 2994163"/>
              <a:gd name="connsiteX4" fmla="*/ 9171296 w 9171296"/>
              <a:gd name="connsiteY4" fmla="*/ 789349 h 2994163"/>
              <a:gd name="connsiteX5" fmla="*/ 0 w 9171296"/>
              <a:gd name="connsiteY5" fmla="*/ 804294 h 2994163"/>
              <a:gd name="connsiteX0" fmla="*/ 0 w 9144000"/>
              <a:gd name="connsiteY0" fmla="*/ 804294 h 3000076"/>
              <a:gd name="connsiteX1" fmla="*/ 0 w 9144000"/>
              <a:gd name="connsiteY1" fmla="*/ 1605486 h 3000076"/>
              <a:gd name="connsiteX2" fmla="*/ 6451309 w 9144000"/>
              <a:gd name="connsiteY2" fmla="*/ 1786089 h 3000076"/>
              <a:gd name="connsiteX3" fmla="*/ 9144000 w 9144000"/>
              <a:gd name="connsiteY3" fmla="*/ 1236996 h 3000076"/>
              <a:gd name="connsiteX4" fmla="*/ 9144000 w 9144000"/>
              <a:gd name="connsiteY4" fmla="*/ 795262 h 3000076"/>
              <a:gd name="connsiteX5" fmla="*/ 0 w 9144000"/>
              <a:gd name="connsiteY5" fmla="*/ 804294 h 3000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0" h="3000076">
                <a:moveTo>
                  <a:pt x="0" y="804294"/>
                </a:moveTo>
                <a:lnTo>
                  <a:pt x="0" y="1605486"/>
                </a:lnTo>
                <a:cubicBezTo>
                  <a:pt x="1478686" y="575784"/>
                  <a:pt x="4819099" y="1833307"/>
                  <a:pt x="6451309" y="1786089"/>
                </a:cubicBezTo>
                <a:cubicBezTo>
                  <a:pt x="8083519" y="1738871"/>
                  <a:pt x="8907170" y="1317664"/>
                  <a:pt x="9144000" y="1236996"/>
                </a:cubicBezTo>
                <a:lnTo>
                  <a:pt x="9144000" y="795262"/>
                </a:lnTo>
                <a:cubicBezTo>
                  <a:pt x="4853990" y="3000076"/>
                  <a:pt x="2399338" y="0"/>
                  <a:pt x="0" y="804294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0">
                <a:schemeClr val="bg1">
                  <a:alpha val="86000"/>
                </a:schemeClr>
              </a:gs>
              <a:gs pos="100000">
                <a:schemeClr val="bg1">
                  <a:alpha val="2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12700" dir="16200000" rotWithShape="0">
              <a:schemeClr val="bg1">
                <a:lumMod val="95000"/>
                <a:alpha val="58000"/>
              </a:schemeClr>
            </a:outerShdw>
          </a:effectLst>
          <a:scene3d>
            <a:camera prst="orthographicFront"/>
            <a:lightRig rig="threePt" dir="t">
              <a:rot lat="0" lon="0" rev="11400000"/>
            </a:lightRig>
          </a:scene3d>
          <a:sp3d prstMaterial="metal">
            <a:bevelT w="82550" h="4445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5" name="그림 10" descr="1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그림 13" descr="1.png"/>
          <p:cNvPicPr>
            <a:picLocks noChangeAspect="1"/>
          </p:cNvPicPr>
          <p:nvPr/>
        </p:nvPicPr>
        <p:blipFill>
          <a:blip r:embed="rId3" cstate="print"/>
          <a:srcRect t="37500"/>
          <a:stretch>
            <a:fillRect/>
          </a:stretch>
        </p:blipFill>
        <p:spPr bwMode="auto">
          <a:xfrm>
            <a:off x="0" y="2857500"/>
            <a:ext cx="9144000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그림 14" descr="3.png"/>
          <p:cNvPicPr>
            <a:picLocks noChangeAspect="1"/>
          </p:cNvPicPr>
          <p:nvPr/>
        </p:nvPicPr>
        <p:blipFill>
          <a:blip r:embed="rId4" cstate="print"/>
          <a:srcRect t="66667"/>
          <a:stretch>
            <a:fillRect/>
          </a:stretch>
        </p:blipFill>
        <p:spPr bwMode="auto">
          <a:xfrm>
            <a:off x="0" y="4572000"/>
            <a:ext cx="914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그림 15" descr="5.png"/>
          <p:cNvPicPr>
            <a:picLocks noChangeAspect="1"/>
          </p:cNvPicPr>
          <p:nvPr/>
        </p:nvPicPr>
        <p:blipFill>
          <a:blip r:embed="rId5" cstate="print"/>
          <a:srcRect l="60156" t="10416" r="9375" b="43750"/>
          <a:stretch>
            <a:fillRect/>
          </a:stretch>
        </p:blipFill>
        <p:spPr bwMode="auto">
          <a:xfrm>
            <a:off x="6357938" y="2857500"/>
            <a:ext cx="2786062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그림 20" descr="6.png"/>
          <p:cNvPicPr>
            <a:picLocks noChangeAspect="1"/>
          </p:cNvPicPr>
          <p:nvPr/>
        </p:nvPicPr>
        <p:blipFill>
          <a:blip r:embed="rId6" cstate="print"/>
          <a:srcRect l="42630" t="8366" r="12839" b="15591"/>
          <a:stretch>
            <a:fillRect/>
          </a:stretch>
        </p:blipFill>
        <p:spPr bwMode="auto">
          <a:xfrm>
            <a:off x="-500063" y="981075"/>
            <a:ext cx="2676526" cy="437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자유형 9"/>
          <p:cNvSpPr/>
          <p:nvPr/>
        </p:nvSpPr>
        <p:spPr>
          <a:xfrm>
            <a:off x="0" y="1500222"/>
            <a:ext cx="9163050" cy="5214926"/>
          </a:xfrm>
          <a:custGeom>
            <a:avLst/>
            <a:gdLst>
              <a:gd name="connsiteX0" fmla="*/ 0 w 9144000"/>
              <a:gd name="connsiteY0" fmla="*/ 27296 h 791570"/>
              <a:gd name="connsiteX1" fmla="*/ 0 w 9144000"/>
              <a:gd name="connsiteY1" fmla="*/ 614150 h 791570"/>
              <a:gd name="connsiteX2" fmla="*/ 6960358 w 9144000"/>
              <a:gd name="connsiteY2" fmla="*/ 791570 h 791570"/>
              <a:gd name="connsiteX3" fmla="*/ 9144000 w 9144000"/>
              <a:gd name="connsiteY3" fmla="*/ 245660 h 791570"/>
              <a:gd name="connsiteX4" fmla="*/ 9144000 w 9144000"/>
              <a:gd name="connsiteY4" fmla="*/ 0 h 791570"/>
              <a:gd name="connsiteX5" fmla="*/ 0 w 9144000"/>
              <a:gd name="connsiteY5" fmla="*/ 27296 h 791570"/>
              <a:gd name="connsiteX0" fmla="*/ 0 w 9144000"/>
              <a:gd name="connsiteY0" fmla="*/ 163282 h 927556"/>
              <a:gd name="connsiteX1" fmla="*/ 0 w 9144000"/>
              <a:gd name="connsiteY1" fmla="*/ 750136 h 927556"/>
              <a:gd name="connsiteX2" fmla="*/ 6960358 w 9144000"/>
              <a:gd name="connsiteY2" fmla="*/ 927556 h 927556"/>
              <a:gd name="connsiteX3" fmla="*/ 9144000 w 9144000"/>
              <a:gd name="connsiteY3" fmla="*/ 381646 h 927556"/>
              <a:gd name="connsiteX4" fmla="*/ 9144000 w 9144000"/>
              <a:gd name="connsiteY4" fmla="*/ 135986 h 927556"/>
              <a:gd name="connsiteX5" fmla="*/ 0 w 9144000"/>
              <a:gd name="connsiteY5" fmla="*/ 163282 h 927556"/>
              <a:gd name="connsiteX0" fmla="*/ 0 w 9144000"/>
              <a:gd name="connsiteY0" fmla="*/ 442848 h 1207122"/>
              <a:gd name="connsiteX1" fmla="*/ 0 w 9144000"/>
              <a:gd name="connsiteY1" fmla="*/ 1029702 h 1207122"/>
              <a:gd name="connsiteX2" fmla="*/ 6960358 w 9144000"/>
              <a:gd name="connsiteY2" fmla="*/ 1207122 h 1207122"/>
              <a:gd name="connsiteX3" fmla="*/ 9144000 w 9144000"/>
              <a:gd name="connsiteY3" fmla="*/ 661212 h 1207122"/>
              <a:gd name="connsiteX4" fmla="*/ 9144000 w 9144000"/>
              <a:gd name="connsiteY4" fmla="*/ 415552 h 1207122"/>
              <a:gd name="connsiteX5" fmla="*/ 0 w 9144000"/>
              <a:gd name="connsiteY5" fmla="*/ 442848 h 1207122"/>
              <a:gd name="connsiteX0" fmla="*/ 0 w 9144000"/>
              <a:gd name="connsiteY0" fmla="*/ 442848 h 1225319"/>
              <a:gd name="connsiteX1" fmla="*/ 0 w 9144000"/>
              <a:gd name="connsiteY1" fmla="*/ 1029702 h 1225319"/>
              <a:gd name="connsiteX2" fmla="*/ 6960358 w 9144000"/>
              <a:gd name="connsiteY2" fmla="*/ 1207122 h 1225319"/>
              <a:gd name="connsiteX3" fmla="*/ 9144000 w 9144000"/>
              <a:gd name="connsiteY3" fmla="*/ 661212 h 1225319"/>
              <a:gd name="connsiteX4" fmla="*/ 9144000 w 9144000"/>
              <a:gd name="connsiteY4" fmla="*/ 415552 h 1225319"/>
              <a:gd name="connsiteX5" fmla="*/ 0 w 9144000"/>
              <a:gd name="connsiteY5" fmla="*/ 442848 h 1225319"/>
              <a:gd name="connsiteX0" fmla="*/ 0 w 9193306"/>
              <a:gd name="connsiteY0" fmla="*/ 442848 h 1426844"/>
              <a:gd name="connsiteX1" fmla="*/ 0 w 9193306"/>
              <a:gd name="connsiteY1" fmla="*/ 1029702 h 1426844"/>
              <a:gd name="connsiteX2" fmla="*/ 6960358 w 9193306"/>
              <a:gd name="connsiteY2" fmla="*/ 1207122 h 1426844"/>
              <a:gd name="connsiteX3" fmla="*/ 9144000 w 9193306"/>
              <a:gd name="connsiteY3" fmla="*/ 661212 h 1426844"/>
              <a:gd name="connsiteX4" fmla="*/ 9144000 w 9193306"/>
              <a:gd name="connsiteY4" fmla="*/ 415552 h 1426844"/>
              <a:gd name="connsiteX5" fmla="*/ 0 w 9193306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619886"/>
              <a:gd name="connsiteX1" fmla="*/ 0 w 9144000"/>
              <a:gd name="connsiteY1" fmla="*/ 1029702 h 1619886"/>
              <a:gd name="connsiteX2" fmla="*/ 6960358 w 9144000"/>
              <a:gd name="connsiteY2" fmla="*/ 1207122 h 1619886"/>
              <a:gd name="connsiteX3" fmla="*/ 9144000 w 9144000"/>
              <a:gd name="connsiteY3" fmla="*/ 661212 h 1619886"/>
              <a:gd name="connsiteX4" fmla="*/ 9144000 w 9144000"/>
              <a:gd name="connsiteY4" fmla="*/ 415552 h 1619886"/>
              <a:gd name="connsiteX5" fmla="*/ 0 w 9144000"/>
              <a:gd name="connsiteY5" fmla="*/ 442848 h 1619886"/>
              <a:gd name="connsiteX0" fmla="*/ 0 w 9144000"/>
              <a:gd name="connsiteY0" fmla="*/ 442848 h 1999667"/>
              <a:gd name="connsiteX1" fmla="*/ 0 w 9144000"/>
              <a:gd name="connsiteY1" fmla="*/ 1029702 h 1999667"/>
              <a:gd name="connsiteX2" fmla="*/ 6960358 w 9144000"/>
              <a:gd name="connsiteY2" fmla="*/ 1207122 h 1999667"/>
              <a:gd name="connsiteX3" fmla="*/ 9144000 w 9144000"/>
              <a:gd name="connsiteY3" fmla="*/ 661212 h 1999667"/>
              <a:gd name="connsiteX4" fmla="*/ 9144000 w 9144000"/>
              <a:gd name="connsiteY4" fmla="*/ 415552 h 1999667"/>
              <a:gd name="connsiteX5" fmla="*/ 0 w 9144000"/>
              <a:gd name="connsiteY5" fmla="*/ 442848 h 1999667"/>
              <a:gd name="connsiteX0" fmla="*/ 0 w 9144000"/>
              <a:gd name="connsiteY0" fmla="*/ 380150 h 2151307"/>
              <a:gd name="connsiteX1" fmla="*/ 0 w 9144000"/>
              <a:gd name="connsiteY1" fmla="*/ 1181342 h 2151307"/>
              <a:gd name="connsiteX2" fmla="*/ 6960358 w 9144000"/>
              <a:gd name="connsiteY2" fmla="*/ 1358762 h 2151307"/>
              <a:gd name="connsiteX3" fmla="*/ 9144000 w 9144000"/>
              <a:gd name="connsiteY3" fmla="*/ 812852 h 2151307"/>
              <a:gd name="connsiteX4" fmla="*/ 9144000 w 9144000"/>
              <a:gd name="connsiteY4" fmla="*/ 567192 h 2151307"/>
              <a:gd name="connsiteX5" fmla="*/ 0 w 9144000"/>
              <a:gd name="connsiteY5" fmla="*/ 380150 h 2151307"/>
              <a:gd name="connsiteX0" fmla="*/ 0 w 9144000"/>
              <a:gd name="connsiteY0" fmla="*/ 804294 h 2575451"/>
              <a:gd name="connsiteX1" fmla="*/ 0 w 9144000"/>
              <a:gd name="connsiteY1" fmla="*/ 1605486 h 2575451"/>
              <a:gd name="connsiteX2" fmla="*/ 6960358 w 9144000"/>
              <a:gd name="connsiteY2" fmla="*/ 1782906 h 2575451"/>
              <a:gd name="connsiteX3" fmla="*/ 9144000 w 9144000"/>
              <a:gd name="connsiteY3" fmla="*/ 1236996 h 2575451"/>
              <a:gd name="connsiteX4" fmla="*/ 9144000 w 9144000"/>
              <a:gd name="connsiteY4" fmla="*/ 991336 h 2575451"/>
              <a:gd name="connsiteX5" fmla="*/ 0 w 9144000"/>
              <a:gd name="connsiteY5" fmla="*/ 804294 h 2575451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960358 w 9144000"/>
              <a:gd name="connsiteY2" fmla="*/ 1782906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609125 w 9144000"/>
              <a:gd name="connsiteY2" fmla="*/ 189527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609125 w 9144000"/>
              <a:gd name="connsiteY2" fmla="*/ 189527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451309 w 9144000"/>
              <a:gd name="connsiteY2" fmla="*/ 178608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451309 w 9144000"/>
              <a:gd name="connsiteY2" fmla="*/ 178608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71296"/>
              <a:gd name="connsiteY0" fmla="*/ 804294 h 2887375"/>
              <a:gd name="connsiteX1" fmla="*/ 0 w 9171296"/>
              <a:gd name="connsiteY1" fmla="*/ 1605486 h 2887375"/>
              <a:gd name="connsiteX2" fmla="*/ 6451309 w 9171296"/>
              <a:gd name="connsiteY2" fmla="*/ 1786089 h 2887375"/>
              <a:gd name="connsiteX3" fmla="*/ 9144000 w 9171296"/>
              <a:gd name="connsiteY3" fmla="*/ 1236996 h 2887375"/>
              <a:gd name="connsiteX4" fmla="*/ 9171296 w 9171296"/>
              <a:gd name="connsiteY4" fmla="*/ 789349 h 2887375"/>
              <a:gd name="connsiteX5" fmla="*/ 0 w 9171296"/>
              <a:gd name="connsiteY5" fmla="*/ 804294 h 2887375"/>
              <a:gd name="connsiteX0" fmla="*/ 0 w 9171296"/>
              <a:gd name="connsiteY0" fmla="*/ 804294 h 2994163"/>
              <a:gd name="connsiteX1" fmla="*/ 0 w 9171296"/>
              <a:gd name="connsiteY1" fmla="*/ 1605486 h 2994163"/>
              <a:gd name="connsiteX2" fmla="*/ 6451309 w 9171296"/>
              <a:gd name="connsiteY2" fmla="*/ 1786089 h 2994163"/>
              <a:gd name="connsiteX3" fmla="*/ 9144000 w 9171296"/>
              <a:gd name="connsiteY3" fmla="*/ 1236996 h 2994163"/>
              <a:gd name="connsiteX4" fmla="*/ 9171296 w 9171296"/>
              <a:gd name="connsiteY4" fmla="*/ 789349 h 2994163"/>
              <a:gd name="connsiteX5" fmla="*/ 0 w 9171296"/>
              <a:gd name="connsiteY5" fmla="*/ 804294 h 2994163"/>
              <a:gd name="connsiteX0" fmla="*/ 0 w 9144000"/>
              <a:gd name="connsiteY0" fmla="*/ 804294 h 3000076"/>
              <a:gd name="connsiteX1" fmla="*/ 0 w 9144000"/>
              <a:gd name="connsiteY1" fmla="*/ 1605486 h 3000076"/>
              <a:gd name="connsiteX2" fmla="*/ 6451309 w 9144000"/>
              <a:gd name="connsiteY2" fmla="*/ 1786089 h 3000076"/>
              <a:gd name="connsiteX3" fmla="*/ 9144000 w 9144000"/>
              <a:gd name="connsiteY3" fmla="*/ 1236996 h 3000076"/>
              <a:gd name="connsiteX4" fmla="*/ 9144000 w 9144000"/>
              <a:gd name="connsiteY4" fmla="*/ 795262 h 3000076"/>
              <a:gd name="connsiteX5" fmla="*/ 0 w 9144000"/>
              <a:gd name="connsiteY5" fmla="*/ 804294 h 3000076"/>
              <a:gd name="connsiteX0" fmla="*/ 0 w 9144000"/>
              <a:gd name="connsiteY0" fmla="*/ 804294 h 3170729"/>
              <a:gd name="connsiteX1" fmla="*/ 0 w 9144000"/>
              <a:gd name="connsiteY1" fmla="*/ 3170729 h 3170729"/>
              <a:gd name="connsiteX2" fmla="*/ 6451309 w 9144000"/>
              <a:gd name="connsiteY2" fmla="*/ 1786089 h 3170729"/>
              <a:gd name="connsiteX3" fmla="*/ 9144000 w 9144000"/>
              <a:gd name="connsiteY3" fmla="*/ 1236996 h 3170729"/>
              <a:gd name="connsiteX4" fmla="*/ 9144000 w 9144000"/>
              <a:gd name="connsiteY4" fmla="*/ 795262 h 3170729"/>
              <a:gd name="connsiteX5" fmla="*/ 0 w 9144000"/>
              <a:gd name="connsiteY5" fmla="*/ 804294 h 3170729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6451309 w 9144000"/>
              <a:gd name="connsiteY2" fmla="*/ 1786089 h 3274221"/>
              <a:gd name="connsiteX3" fmla="*/ 9144000 w 9144000"/>
              <a:gd name="connsiteY3" fmla="*/ 3193553 h 3274221"/>
              <a:gd name="connsiteX4" fmla="*/ 9144000 w 9144000"/>
              <a:gd name="connsiteY4" fmla="*/ 795262 h 3274221"/>
              <a:gd name="connsiteX5" fmla="*/ 0 w 9144000"/>
              <a:gd name="connsiteY5" fmla="*/ 804294 h 3274221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1807807 w 9144000"/>
              <a:gd name="connsiteY2" fmla="*/ 1090405 h 3274221"/>
              <a:gd name="connsiteX3" fmla="*/ 9144000 w 9144000"/>
              <a:gd name="connsiteY3" fmla="*/ 3193553 h 3274221"/>
              <a:gd name="connsiteX4" fmla="*/ 9144000 w 9144000"/>
              <a:gd name="connsiteY4" fmla="*/ 795262 h 3274221"/>
              <a:gd name="connsiteX5" fmla="*/ 0 w 9144000"/>
              <a:gd name="connsiteY5" fmla="*/ 804294 h 3274221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3879477 w 9144000"/>
              <a:gd name="connsiteY2" fmla="*/ 1481705 h 3274221"/>
              <a:gd name="connsiteX3" fmla="*/ 9144000 w 9144000"/>
              <a:gd name="connsiteY3" fmla="*/ 3193553 h 3274221"/>
              <a:gd name="connsiteX4" fmla="*/ 9144000 w 9144000"/>
              <a:gd name="connsiteY4" fmla="*/ 795262 h 3274221"/>
              <a:gd name="connsiteX5" fmla="*/ 0 w 9144000"/>
              <a:gd name="connsiteY5" fmla="*/ 804294 h 3274221"/>
              <a:gd name="connsiteX0" fmla="*/ 0 w 9144000"/>
              <a:gd name="connsiteY0" fmla="*/ 804294 h 4565318"/>
              <a:gd name="connsiteX1" fmla="*/ 0 w 9144000"/>
              <a:gd name="connsiteY1" fmla="*/ 3170729 h 4565318"/>
              <a:gd name="connsiteX2" fmla="*/ 3879477 w 9144000"/>
              <a:gd name="connsiteY2" fmla="*/ 1481705 h 4565318"/>
              <a:gd name="connsiteX3" fmla="*/ 9144000 w 9144000"/>
              <a:gd name="connsiteY3" fmla="*/ 3193553 h 4565318"/>
              <a:gd name="connsiteX4" fmla="*/ 9144000 w 9144000"/>
              <a:gd name="connsiteY4" fmla="*/ 2360504 h 4565318"/>
              <a:gd name="connsiteX5" fmla="*/ 0 w 9144000"/>
              <a:gd name="connsiteY5" fmla="*/ 804294 h 4565318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3879477 w 9144000"/>
              <a:gd name="connsiteY2" fmla="*/ 1481705 h 3274221"/>
              <a:gd name="connsiteX3" fmla="*/ 9144000 w 9144000"/>
              <a:gd name="connsiteY3" fmla="*/ 3193553 h 3274221"/>
              <a:gd name="connsiteX4" fmla="*/ 9144000 w 9144000"/>
              <a:gd name="connsiteY4" fmla="*/ 969150 h 3274221"/>
              <a:gd name="connsiteX5" fmla="*/ 0 w 9144000"/>
              <a:gd name="connsiteY5" fmla="*/ 804294 h 3274221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3879477 w 9144000"/>
              <a:gd name="connsiteY2" fmla="*/ 1829525 h 3274221"/>
              <a:gd name="connsiteX3" fmla="*/ 9144000 w 9144000"/>
              <a:gd name="connsiteY3" fmla="*/ 3193553 h 3274221"/>
              <a:gd name="connsiteX4" fmla="*/ 9144000 w 9144000"/>
              <a:gd name="connsiteY4" fmla="*/ 969150 h 3274221"/>
              <a:gd name="connsiteX5" fmla="*/ 0 w 9144000"/>
              <a:gd name="connsiteY5" fmla="*/ 804294 h 3274221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5093891 w 9144000"/>
              <a:gd name="connsiteY2" fmla="*/ 1829525 h 3274221"/>
              <a:gd name="connsiteX3" fmla="*/ 9144000 w 9144000"/>
              <a:gd name="connsiteY3" fmla="*/ 3193553 h 3274221"/>
              <a:gd name="connsiteX4" fmla="*/ 9144000 w 9144000"/>
              <a:gd name="connsiteY4" fmla="*/ 969150 h 3274221"/>
              <a:gd name="connsiteX5" fmla="*/ 0 w 9144000"/>
              <a:gd name="connsiteY5" fmla="*/ 804294 h 3274221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2450653 w 9144000"/>
              <a:gd name="connsiteY2" fmla="*/ 1394717 h 3274221"/>
              <a:gd name="connsiteX3" fmla="*/ 9144000 w 9144000"/>
              <a:gd name="connsiteY3" fmla="*/ 3193553 h 3274221"/>
              <a:gd name="connsiteX4" fmla="*/ 9144000 w 9144000"/>
              <a:gd name="connsiteY4" fmla="*/ 969150 h 3274221"/>
              <a:gd name="connsiteX5" fmla="*/ 0 w 9144000"/>
              <a:gd name="connsiteY5" fmla="*/ 804294 h 3274221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2450653 w 9144000"/>
              <a:gd name="connsiteY2" fmla="*/ 1394717 h 3274221"/>
              <a:gd name="connsiteX3" fmla="*/ 9144000 w 9144000"/>
              <a:gd name="connsiteY3" fmla="*/ 3193553 h 3274221"/>
              <a:gd name="connsiteX4" fmla="*/ 9144000 w 9144000"/>
              <a:gd name="connsiteY4" fmla="*/ 969150 h 3274221"/>
              <a:gd name="connsiteX5" fmla="*/ 0 w 9144000"/>
              <a:gd name="connsiteY5" fmla="*/ 804294 h 3274221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2450653 w 9163050"/>
              <a:gd name="connsiteY2" fmla="*/ 1394717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1950555 w 9163050"/>
              <a:gd name="connsiteY2" fmla="*/ 1394717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1950555 w 9163050"/>
              <a:gd name="connsiteY2" fmla="*/ 1394717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1950555 w 9163050"/>
              <a:gd name="connsiteY2" fmla="*/ 1394717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2726861 w 9163050"/>
              <a:gd name="connsiteY2" fmla="*/ 1345440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2726861 w 9163050"/>
              <a:gd name="connsiteY2" fmla="*/ 1345440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3584111 w 9163050"/>
              <a:gd name="connsiteY2" fmla="*/ 1554140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3584111 w 9163050"/>
              <a:gd name="connsiteY2" fmla="*/ 1554140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3584111 w 9163050"/>
              <a:gd name="connsiteY2" fmla="*/ 1554140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63050" h="3173964">
                <a:moveTo>
                  <a:pt x="0" y="804294"/>
                </a:moveTo>
                <a:lnTo>
                  <a:pt x="0" y="3170729"/>
                </a:lnTo>
                <a:cubicBezTo>
                  <a:pt x="149970" y="2019280"/>
                  <a:pt x="1061564" y="775945"/>
                  <a:pt x="3584111" y="1554140"/>
                </a:cubicBezTo>
                <a:cubicBezTo>
                  <a:pt x="6106658" y="2332335"/>
                  <a:pt x="7478420" y="2613319"/>
                  <a:pt x="9163050" y="2152941"/>
                </a:cubicBezTo>
                <a:lnTo>
                  <a:pt x="9144000" y="969150"/>
                </a:lnTo>
                <a:cubicBezTo>
                  <a:pt x="4853990" y="3173964"/>
                  <a:pt x="2399338" y="0"/>
                  <a:pt x="0" y="804294"/>
                </a:cubicBezTo>
                <a:close/>
              </a:path>
            </a:pathLst>
          </a:custGeom>
          <a:gradFill>
            <a:gsLst>
              <a:gs pos="6000">
                <a:schemeClr val="bg1">
                  <a:alpha val="62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12700" dir="16200000" rotWithShape="0">
              <a:schemeClr val="bg1">
                <a:lumMod val="95000"/>
                <a:alpha val="58000"/>
              </a:schemeClr>
            </a:outerShdw>
          </a:effectLst>
          <a:scene3d>
            <a:camera prst="orthographicFront"/>
            <a:lightRig rig="threePt" dir="t">
              <a:rot lat="0" lon="0" rev="11400000"/>
            </a:lightRig>
          </a:scene3d>
          <a:sp3d prstMaterial="metal">
            <a:bevelT w="82550" h="4445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11" name="그림 22" descr="4.png"/>
          <p:cNvPicPr>
            <a:picLocks noChangeAspect="1"/>
          </p:cNvPicPr>
          <p:nvPr/>
        </p:nvPicPr>
        <p:blipFill>
          <a:blip r:embed="rId7" cstate="print"/>
          <a:srcRect l="3906" t="57292" r="37500" b="11458"/>
          <a:stretch>
            <a:fillRect/>
          </a:stretch>
        </p:blipFill>
        <p:spPr bwMode="auto">
          <a:xfrm>
            <a:off x="6084888" y="3860800"/>
            <a:ext cx="3024187" cy="1208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자유형 25"/>
          <p:cNvPicPr>
            <a:picLocks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66675" y="2305050"/>
            <a:ext cx="9290050" cy="258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13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4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9EC0682C-9CBC-40AC-A6CB-3F21CD51C6A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3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9.jpeg"/><Relationship Id="rId4" Type="http://schemas.openxmlformats.org/officeDocument/2006/relationships/theme" Target="../theme/theme4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50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그림 5" descr="1-2.jpg"/>
          <p:cNvPicPr>
            <a:picLocks noChangeAspect="1"/>
          </p:cNvPicPr>
          <p:nvPr/>
        </p:nvPicPr>
        <p:blipFill>
          <a:blip r:embed="rId3" cstate="print"/>
          <a:srcRect t="16667"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그림 13" descr="3.png"/>
          <p:cNvPicPr>
            <a:picLocks noChangeAspect="1"/>
          </p:cNvPicPr>
          <p:nvPr/>
        </p:nvPicPr>
        <p:blipFill>
          <a:blip r:embed="rId4" cstate="print">
            <a:lum bright="40000"/>
          </a:blip>
          <a:srcRect t="66667"/>
          <a:stretch>
            <a:fillRect/>
          </a:stretch>
        </p:blipFill>
        <p:spPr bwMode="auto">
          <a:xfrm>
            <a:off x="0" y="4572000"/>
            <a:ext cx="914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자유형 7"/>
          <p:cNvSpPr/>
          <p:nvPr/>
        </p:nvSpPr>
        <p:spPr>
          <a:xfrm>
            <a:off x="0" y="0"/>
            <a:ext cx="9144000" cy="1403131"/>
          </a:xfrm>
          <a:custGeom>
            <a:avLst/>
            <a:gdLst>
              <a:gd name="connsiteX0" fmla="*/ 0 w 9144000"/>
              <a:gd name="connsiteY0" fmla="*/ 0 h 1142984"/>
              <a:gd name="connsiteX1" fmla="*/ 9144000 w 9144000"/>
              <a:gd name="connsiteY1" fmla="*/ 0 h 1142984"/>
              <a:gd name="connsiteX2" fmla="*/ 9144000 w 9144000"/>
              <a:gd name="connsiteY2" fmla="*/ 1142984 h 1142984"/>
              <a:gd name="connsiteX3" fmla="*/ 0 w 9144000"/>
              <a:gd name="connsiteY3" fmla="*/ 1142984 h 1142984"/>
              <a:gd name="connsiteX4" fmla="*/ 0 w 9144000"/>
              <a:gd name="connsiteY4" fmla="*/ 0 h 1142984"/>
              <a:gd name="connsiteX0" fmla="*/ 0 w 9144000"/>
              <a:gd name="connsiteY0" fmla="*/ 0 h 1357274"/>
              <a:gd name="connsiteX1" fmla="*/ 9144000 w 9144000"/>
              <a:gd name="connsiteY1" fmla="*/ 0 h 1357274"/>
              <a:gd name="connsiteX2" fmla="*/ 9144000 w 9144000"/>
              <a:gd name="connsiteY2" fmla="*/ 1142984 h 1357274"/>
              <a:gd name="connsiteX3" fmla="*/ 0 w 9144000"/>
              <a:gd name="connsiteY3" fmla="*/ 1357274 h 1357274"/>
              <a:gd name="connsiteX4" fmla="*/ 0 w 9144000"/>
              <a:gd name="connsiteY4" fmla="*/ 0 h 1357274"/>
              <a:gd name="connsiteX0" fmla="*/ 0 w 9144000"/>
              <a:gd name="connsiteY0" fmla="*/ 0 h 1357274"/>
              <a:gd name="connsiteX1" fmla="*/ 9144000 w 9144000"/>
              <a:gd name="connsiteY1" fmla="*/ 0 h 1357274"/>
              <a:gd name="connsiteX2" fmla="*/ 9144000 w 9144000"/>
              <a:gd name="connsiteY2" fmla="*/ 1142984 h 1357274"/>
              <a:gd name="connsiteX3" fmla="*/ 0 w 9144000"/>
              <a:gd name="connsiteY3" fmla="*/ 1357274 h 1357274"/>
              <a:gd name="connsiteX4" fmla="*/ 0 w 9144000"/>
              <a:gd name="connsiteY4" fmla="*/ 0 h 1357274"/>
              <a:gd name="connsiteX0" fmla="*/ 0 w 9144000"/>
              <a:gd name="connsiteY0" fmla="*/ 0 h 1357274"/>
              <a:gd name="connsiteX1" fmla="*/ 9144000 w 9144000"/>
              <a:gd name="connsiteY1" fmla="*/ 0 h 1357274"/>
              <a:gd name="connsiteX2" fmla="*/ 9144000 w 9144000"/>
              <a:gd name="connsiteY2" fmla="*/ 1142984 h 1357274"/>
              <a:gd name="connsiteX3" fmla="*/ 0 w 9144000"/>
              <a:gd name="connsiteY3" fmla="*/ 1357274 h 1357274"/>
              <a:gd name="connsiteX4" fmla="*/ 0 w 9144000"/>
              <a:gd name="connsiteY4" fmla="*/ 0 h 1357274"/>
              <a:gd name="connsiteX0" fmla="*/ 0 w 9144000"/>
              <a:gd name="connsiteY0" fmla="*/ 0 h 1357274"/>
              <a:gd name="connsiteX1" fmla="*/ 9144000 w 9144000"/>
              <a:gd name="connsiteY1" fmla="*/ 0 h 1357274"/>
              <a:gd name="connsiteX2" fmla="*/ 9144000 w 9144000"/>
              <a:gd name="connsiteY2" fmla="*/ 1142984 h 1357274"/>
              <a:gd name="connsiteX3" fmla="*/ 0 w 9144000"/>
              <a:gd name="connsiteY3" fmla="*/ 1357274 h 1357274"/>
              <a:gd name="connsiteX4" fmla="*/ 0 w 9144000"/>
              <a:gd name="connsiteY4" fmla="*/ 0 h 1357274"/>
              <a:gd name="connsiteX0" fmla="*/ 0 w 9144000"/>
              <a:gd name="connsiteY0" fmla="*/ 0 h 1357274"/>
              <a:gd name="connsiteX1" fmla="*/ 9144000 w 9144000"/>
              <a:gd name="connsiteY1" fmla="*/ 0 h 1357274"/>
              <a:gd name="connsiteX2" fmla="*/ 9144000 w 9144000"/>
              <a:gd name="connsiteY2" fmla="*/ 1142984 h 1357274"/>
              <a:gd name="connsiteX3" fmla="*/ 0 w 9144000"/>
              <a:gd name="connsiteY3" fmla="*/ 1357274 h 1357274"/>
              <a:gd name="connsiteX4" fmla="*/ 0 w 9144000"/>
              <a:gd name="connsiteY4" fmla="*/ 0 h 1357274"/>
              <a:gd name="connsiteX0" fmla="*/ 0 w 9144000"/>
              <a:gd name="connsiteY0" fmla="*/ 0 h 1357274"/>
              <a:gd name="connsiteX1" fmla="*/ 9144000 w 9144000"/>
              <a:gd name="connsiteY1" fmla="*/ 0 h 1357274"/>
              <a:gd name="connsiteX2" fmla="*/ 9144000 w 9144000"/>
              <a:gd name="connsiteY2" fmla="*/ 1142984 h 1357274"/>
              <a:gd name="connsiteX3" fmla="*/ 0 w 9144000"/>
              <a:gd name="connsiteY3" fmla="*/ 1357274 h 1357274"/>
              <a:gd name="connsiteX4" fmla="*/ 0 w 9144000"/>
              <a:gd name="connsiteY4" fmla="*/ 0 h 1357274"/>
              <a:gd name="connsiteX0" fmla="*/ 0 w 9144000"/>
              <a:gd name="connsiteY0" fmla="*/ 0 h 1403131"/>
              <a:gd name="connsiteX1" fmla="*/ 9144000 w 9144000"/>
              <a:gd name="connsiteY1" fmla="*/ 0 h 1403131"/>
              <a:gd name="connsiteX2" fmla="*/ 9144000 w 9144000"/>
              <a:gd name="connsiteY2" fmla="*/ 1403131 h 1403131"/>
              <a:gd name="connsiteX3" fmla="*/ 0 w 9144000"/>
              <a:gd name="connsiteY3" fmla="*/ 1357274 h 1403131"/>
              <a:gd name="connsiteX4" fmla="*/ 0 w 9144000"/>
              <a:gd name="connsiteY4" fmla="*/ 0 h 1403131"/>
              <a:gd name="connsiteX0" fmla="*/ 0 w 9144000"/>
              <a:gd name="connsiteY0" fmla="*/ 0 h 1403131"/>
              <a:gd name="connsiteX1" fmla="*/ 9144000 w 9144000"/>
              <a:gd name="connsiteY1" fmla="*/ 0 h 1403131"/>
              <a:gd name="connsiteX2" fmla="*/ 9144000 w 9144000"/>
              <a:gd name="connsiteY2" fmla="*/ 1403131 h 1403131"/>
              <a:gd name="connsiteX3" fmla="*/ 0 w 9144000"/>
              <a:gd name="connsiteY3" fmla="*/ 1357274 h 1403131"/>
              <a:gd name="connsiteX4" fmla="*/ 0 w 9144000"/>
              <a:gd name="connsiteY4" fmla="*/ 0 h 1403131"/>
              <a:gd name="connsiteX0" fmla="*/ 0 w 9144000"/>
              <a:gd name="connsiteY0" fmla="*/ 0 h 1403131"/>
              <a:gd name="connsiteX1" fmla="*/ 9144000 w 9144000"/>
              <a:gd name="connsiteY1" fmla="*/ 0 h 1403131"/>
              <a:gd name="connsiteX2" fmla="*/ 9144000 w 9144000"/>
              <a:gd name="connsiteY2" fmla="*/ 1403131 h 1403131"/>
              <a:gd name="connsiteX3" fmla="*/ 0 w 9144000"/>
              <a:gd name="connsiteY3" fmla="*/ 1357274 h 1403131"/>
              <a:gd name="connsiteX4" fmla="*/ 0 w 9144000"/>
              <a:gd name="connsiteY4" fmla="*/ 0 h 1403131"/>
              <a:gd name="connsiteX0" fmla="*/ 0 w 9144000"/>
              <a:gd name="connsiteY0" fmla="*/ 0 h 1403131"/>
              <a:gd name="connsiteX1" fmla="*/ 9144000 w 9144000"/>
              <a:gd name="connsiteY1" fmla="*/ 0 h 1403131"/>
              <a:gd name="connsiteX2" fmla="*/ 9144000 w 9144000"/>
              <a:gd name="connsiteY2" fmla="*/ 1403131 h 1403131"/>
              <a:gd name="connsiteX3" fmla="*/ 0 w 9144000"/>
              <a:gd name="connsiteY3" fmla="*/ 1357274 h 1403131"/>
              <a:gd name="connsiteX4" fmla="*/ 0 w 9144000"/>
              <a:gd name="connsiteY4" fmla="*/ 0 h 140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1403131">
                <a:moveTo>
                  <a:pt x="0" y="0"/>
                </a:moveTo>
                <a:lnTo>
                  <a:pt x="9144000" y="0"/>
                </a:lnTo>
                <a:lnTo>
                  <a:pt x="9144000" y="1403131"/>
                </a:lnTo>
                <a:cubicBezTo>
                  <a:pt x="5551548" y="895756"/>
                  <a:pt x="4010714" y="725731"/>
                  <a:pt x="0" y="135727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339A"/>
              </a:gs>
              <a:gs pos="80000">
                <a:srgbClr val="03156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2055" name="그림 9" descr="4.png"/>
          <p:cNvPicPr>
            <a:picLocks noChangeAspect="1"/>
          </p:cNvPicPr>
          <p:nvPr/>
        </p:nvPicPr>
        <p:blipFill>
          <a:blip r:embed="rId5" cstate="print"/>
          <a:srcRect l="3906" t="57292" r="37500" b="11458"/>
          <a:stretch>
            <a:fillRect/>
          </a:stretch>
        </p:blipFill>
        <p:spPr bwMode="auto">
          <a:xfrm>
            <a:off x="6429375" y="71438"/>
            <a:ext cx="2928938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자유형 8"/>
          <p:cNvSpPr/>
          <p:nvPr/>
        </p:nvSpPr>
        <p:spPr>
          <a:xfrm>
            <a:off x="0" y="0"/>
            <a:ext cx="9144000" cy="1403131"/>
          </a:xfrm>
          <a:custGeom>
            <a:avLst/>
            <a:gdLst>
              <a:gd name="connsiteX0" fmla="*/ 0 w 9144000"/>
              <a:gd name="connsiteY0" fmla="*/ 0 h 1142984"/>
              <a:gd name="connsiteX1" fmla="*/ 9144000 w 9144000"/>
              <a:gd name="connsiteY1" fmla="*/ 0 h 1142984"/>
              <a:gd name="connsiteX2" fmla="*/ 9144000 w 9144000"/>
              <a:gd name="connsiteY2" fmla="*/ 1142984 h 1142984"/>
              <a:gd name="connsiteX3" fmla="*/ 0 w 9144000"/>
              <a:gd name="connsiteY3" fmla="*/ 1142984 h 1142984"/>
              <a:gd name="connsiteX4" fmla="*/ 0 w 9144000"/>
              <a:gd name="connsiteY4" fmla="*/ 0 h 1142984"/>
              <a:gd name="connsiteX0" fmla="*/ 0 w 9144000"/>
              <a:gd name="connsiteY0" fmla="*/ 0 h 1357274"/>
              <a:gd name="connsiteX1" fmla="*/ 9144000 w 9144000"/>
              <a:gd name="connsiteY1" fmla="*/ 0 h 1357274"/>
              <a:gd name="connsiteX2" fmla="*/ 9144000 w 9144000"/>
              <a:gd name="connsiteY2" fmla="*/ 1142984 h 1357274"/>
              <a:gd name="connsiteX3" fmla="*/ 0 w 9144000"/>
              <a:gd name="connsiteY3" fmla="*/ 1357274 h 1357274"/>
              <a:gd name="connsiteX4" fmla="*/ 0 w 9144000"/>
              <a:gd name="connsiteY4" fmla="*/ 0 h 1357274"/>
              <a:gd name="connsiteX0" fmla="*/ 0 w 9144000"/>
              <a:gd name="connsiteY0" fmla="*/ 0 h 1357274"/>
              <a:gd name="connsiteX1" fmla="*/ 9144000 w 9144000"/>
              <a:gd name="connsiteY1" fmla="*/ 0 h 1357274"/>
              <a:gd name="connsiteX2" fmla="*/ 9144000 w 9144000"/>
              <a:gd name="connsiteY2" fmla="*/ 1142984 h 1357274"/>
              <a:gd name="connsiteX3" fmla="*/ 0 w 9144000"/>
              <a:gd name="connsiteY3" fmla="*/ 1357274 h 1357274"/>
              <a:gd name="connsiteX4" fmla="*/ 0 w 9144000"/>
              <a:gd name="connsiteY4" fmla="*/ 0 h 1357274"/>
              <a:gd name="connsiteX0" fmla="*/ 0 w 9144000"/>
              <a:gd name="connsiteY0" fmla="*/ 0 h 1357274"/>
              <a:gd name="connsiteX1" fmla="*/ 9144000 w 9144000"/>
              <a:gd name="connsiteY1" fmla="*/ 0 h 1357274"/>
              <a:gd name="connsiteX2" fmla="*/ 9144000 w 9144000"/>
              <a:gd name="connsiteY2" fmla="*/ 1142984 h 1357274"/>
              <a:gd name="connsiteX3" fmla="*/ 0 w 9144000"/>
              <a:gd name="connsiteY3" fmla="*/ 1357274 h 1357274"/>
              <a:gd name="connsiteX4" fmla="*/ 0 w 9144000"/>
              <a:gd name="connsiteY4" fmla="*/ 0 h 1357274"/>
              <a:gd name="connsiteX0" fmla="*/ 0 w 9144000"/>
              <a:gd name="connsiteY0" fmla="*/ 0 h 1357274"/>
              <a:gd name="connsiteX1" fmla="*/ 9144000 w 9144000"/>
              <a:gd name="connsiteY1" fmla="*/ 0 h 1357274"/>
              <a:gd name="connsiteX2" fmla="*/ 9144000 w 9144000"/>
              <a:gd name="connsiteY2" fmla="*/ 1142984 h 1357274"/>
              <a:gd name="connsiteX3" fmla="*/ 0 w 9144000"/>
              <a:gd name="connsiteY3" fmla="*/ 1357274 h 1357274"/>
              <a:gd name="connsiteX4" fmla="*/ 0 w 9144000"/>
              <a:gd name="connsiteY4" fmla="*/ 0 h 1357274"/>
              <a:gd name="connsiteX0" fmla="*/ 0 w 9144000"/>
              <a:gd name="connsiteY0" fmla="*/ 0 h 1357274"/>
              <a:gd name="connsiteX1" fmla="*/ 9144000 w 9144000"/>
              <a:gd name="connsiteY1" fmla="*/ 0 h 1357274"/>
              <a:gd name="connsiteX2" fmla="*/ 9144000 w 9144000"/>
              <a:gd name="connsiteY2" fmla="*/ 1142984 h 1357274"/>
              <a:gd name="connsiteX3" fmla="*/ 0 w 9144000"/>
              <a:gd name="connsiteY3" fmla="*/ 1357274 h 1357274"/>
              <a:gd name="connsiteX4" fmla="*/ 0 w 9144000"/>
              <a:gd name="connsiteY4" fmla="*/ 0 h 1357274"/>
              <a:gd name="connsiteX0" fmla="*/ 0 w 9144000"/>
              <a:gd name="connsiteY0" fmla="*/ 0 h 1357274"/>
              <a:gd name="connsiteX1" fmla="*/ 9144000 w 9144000"/>
              <a:gd name="connsiteY1" fmla="*/ 0 h 1357274"/>
              <a:gd name="connsiteX2" fmla="*/ 9144000 w 9144000"/>
              <a:gd name="connsiteY2" fmla="*/ 1142984 h 1357274"/>
              <a:gd name="connsiteX3" fmla="*/ 0 w 9144000"/>
              <a:gd name="connsiteY3" fmla="*/ 1357274 h 1357274"/>
              <a:gd name="connsiteX4" fmla="*/ 0 w 9144000"/>
              <a:gd name="connsiteY4" fmla="*/ 0 h 1357274"/>
              <a:gd name="connsiteX0" fmla="*/ 0 w 9144000"/>
              <a:gd name="connsiteY0" fmla="*/ 0 h 1403131"/>
              <a:gd name="connsiteX1" fmla="*/ 9144000 w 9144000"/>
              <a:gd name="connsiteY1" fmla="*/ 0 h 1403131"/>
              <a:gd name="connsiteX2" fmla="*/ 9144000 w 9144000"/>
              <a:gd name="connsiteY2" fmla="*/ 1403131 h 1403131"/>
              <a:gd name="connsiteX3" fmla="*/ 0 w 9144000"/>
              <a:gd name="connsiteY3" fmla="*/ 1357274 h 1403131"/>
              <a:gd name="connsiteX4" fmla="*/ 0 w 9144000"/>
              <a:gd name="connsiteY4" fmla="*/ 0 h 1403131"/>
              <a:gd name="connsiteX0" fmla="*/ 0 w 9144000"/>
              <a:gd name="connsiteY0" fmla="*/ 0 h 1403131"/>
              <a:gd name="connsiteX1" fmla="*/ 9144000 w 9144000"/>
              <a:gd name="connsiteY1" fmla="*/ 0 h 1403131"/>
              <a:gd name="connsiteX2" fmla="*/ 9144000 w 9144000"/>
              <a:gd name="connsiteY2" fmla="*/ 1403131 h 1403131"/>
              <a:gd name="connsiteX3" fmla="*/ 0 w 9144000"/>
              <a:gd name="connsiteY3" fmla="*/ 1357274 h 1403131"/>
              <a:gd name="connsiteX4" fmla="*/ 0 w 9144000"/>
              <a:gd name="connsiteY4" fmla="*/ 0 h 1403131"/>
              <a:gd name="connsiteX0" fmla="*/ 0 w 9144000"/>
              <a:gd name="connsiteY0" fmla="*/ 0 h 1403131"/>
              <a:gd name="connsiteX1" fmla="*/ 9144000 w 9144000"/>
              <a:gd name="connsiteY1" fmla="*/ 0 h 1403131"/>
              <a:gd name="connsiteX2" fmla="*/ 9144000 w 9144000"/>
              <a:gd name="connsiteY2" fmla="*/ 1403131 h 1403131"/>
              <a:gd name="connsiteX3" fmla="*/ 0 w 9144000"/>
              <a:gd name="connsiteY3" fmla="*/ 1357274 h 1403131"/>
              <a:gd name="connsiteX4" fmla="*/ 0 w 9144000"/>
              <a:gd name="connsiteY4" fmla="*/ 0 h 1403131"/>
              <a:gd name="connsiteX0" fmla="*/ 0 w 9144000"/>
              <a:gd name="connsiteY0" fmla="*/ 0 h 1403131"/>
              <a:gd name="connsiteX1" fmla="*/ 9144000 w 9144000"/>
              <a:gd name="connsiteY1" fmla="*/ 0 h 1403131"/>
              <a:gd name="connsiteX2" fmla="*/ 9144000 w 9144000"/>
              <a:gd name="connsiteY2" fmla="*/ 1403131 h 1403131"/>
              <a:gd name="connsiteX3" fmla="*/ 0 w 9144000"/>
              <a:gd name="connsiteY3" fmla="*/ 1357274 h 1403131"/>
              <a:gd name="connsiteX4" fmla="*/ 0 w 9144000"/>
              <a:gd name="connsiteY4" fmla="*/ 0 h 140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1403131">
                <a:moveTo>
                  <a:pt x="0" y="0"/>
                </a:moveTo>
                <a:lnTo>
                  <a:pt x="9144000" y="0"/>
                </a:lnTo>
                <a:lnTo>
                  <a:pt x="9144000" y="1403131"/>
                </a:lnTo>
                <a:cubicBezTo>
                  <a:pt x="5551548" y="895756"/>
                  <a:pt x="4010714" y="725731"/>
                  <a:pt x="0" y="135727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339A"/>
              </a:gs>
              <a:gs pos="80000">
                <a:srgbClr val="03156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3077" name="그림 7" descr="1-2.jpg"/>
          <p:cNvPicPr>
            <a:picLocks noChangeAspect="1"/>
          </p:cNvPicPr>
          <p:nvPr/>
        </p:nvPicPr>
        <p:blipFill>
          <a:blip r:embed="rId5" cstate="print"/>
          <a:srcRect t="16667"/>
          <a:stretch>
            <a:fillRect/>
          </a:stretch>
        </p:blipFill>
        <p:spPr bwMode="auto">
          <a:xfrm>
            <a:off x="0" y="765175"/>
            <a:ext cx="9144000" cy="609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그림 9" descr="4.png"/>
          <p:cNvPicPr>
            <a:picLocks noChangeAspect="1"/>
          </p:cNvPicPr>
          <p:nvPr/>
        </p:nvPicPr>
        <p:blipFill>
          <a:blip r:embed="rId6" cstate="print"/>
          <a:srcRect l="3906" t="57292" r="37500" b="11458"/>
          <a:stretch>
            <a:fillRect/>
          </a:stretch>
        </p:blipFill>
        <p:spPr bwMode="auto">
          <a:xfrm>
            <a:off x="7235825" y="-120650"/>
            <a:ext cx="2030413" cy="81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15" descr="main1"/>
          <p:cNvPicPr>
            <a:picLocks noChangeAspect="1" noChangeArrowheads="1"/>
          </p:cNvPicPr>
          <p:nvPr/>
        </p:nvPicPr>
        <p:blipFill>
          <a:blip r:embed="rId7" cstate="print"/>
          <a:srcRect l="39291" t="69658" r="47244" b="5092"/>
          <a:stretch>
            <a:fillRect/>
          </a:stretch>
        </p:blipFill>
        <p:spPr bwMode="auto">
          <a:xfrm>
            <a:off x="88900" y="23813"/>
            <a:ext cx="588963" cy="82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0" name="그림 15" descr="1.png"/>
          <p:cNvPicPr>
            <a:picLocks noChangeAspect="1"/>
          </p:cNvPicPr>
          <p:nvPr/>
        </p:nvPicPr>
        <p:blipFill>
          <a:blip r:embed="rId8" cstate="print"/>
          <a:srcRect t="37477" b="36742"/>
          <a:stretch>
            <a:fillRect/>
          </a:stretch>
        </p:blipFill>
        <p:spPr bwMode="auto">
          <a:xfrm>
            <a:off x="0" y="5084763"/>
            <a:ext cx="9144000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 17"/>
          <p:cNvSpPr/>
          <p:nvPr/>
        </p:nvSpPr>
        <p:spPr>
          <a:xfrm>
            <a:off x="0" y="3214686"/>
            <a:ext cx="9144000" cy="4929222"/>
          </a:xfrm>
          <a:custGeom>
            <a:avLst/>
            <a:gdLst>
              <a:gd name="connsiteX0" fmla="*/ 0 w 9144000"/>
              <a:gd name="connsiteY0" fmla="*/ 27296 h 791570"/>
              <a:gd name="connsiteX1" fmla="*/ 0 w 9144000"/>
              <a:gd name="connsiteY1" fmla="*/ 614150 h 791570"/>
              <a:gd name="connsiteX2" fmla="*/ 6960358 w 9144000"/>
              <a:gd name="connsiteY2" fmla="*/ 791570 h 791570"/>
              <a:gd name="connsiteX3" fmla="*/ 9144000 w 9144000"/>
              <a:gd name="connsiteY3" fmla="*/ 245660 h 791570"/>
              <a:gd name="connsiteX4" fmla="*/ 9144000 w 9144000"/>
              <a:gd name="connsiteY4" fmla="*/ 0 h 791570"/>
              <a:gd name="connsiteX5" fmla="*/ 0 w 9144000"/>
              <a:gd name="connsiteY5" fmla="*/ 27296 h 791570"/>
              <a:gd name="connsiteX0" fmla="*/ 0 w 9144000"/>
              <a:gd name="connsiteY0" fmla="*/ 163282 h 927556"/>
              <a:gd name="connsiteX1" fmla="*/ 0 w 9144000"/>
              <a:gd name="connsiteY1" fmla="*/ 750136 h 927556"/>
              <a:gd name="connsiteX2" fmla="*/ 6960358 w 9144000"/>
              <a:gd name="connsiteY2" fmla="*/ 927556 h 927556"/>
              <a:gd name="connsiteX3" fmla="*/ 9144000 w 9144000"/>
              <a:gd name="connsiteY3" fmla="*/ 381646 h 927556"/>
              <a:gd name="connsiteX4" fmla="*/ 9144000 w 9144000"/>
              <a:gd name="connsiteY4" fmla="*/ 135986 h 927556"/>
              <a:gd name="connsiteX5" fmla="*/ 0 w 9144000"/>
              <a:gd name="connsiteY5" fmla="*/ 163282 h 927556"/>
              <a:gd name="connsiteX0" fmla="*/ 0 w 9144000"/>
              <a:gd name="connsiteY0" fmla="*/ 442848 h 1207122"/>
              <a:gd name="connsiteX1" fmla="*/ 0 w 9144000"/>
              <a:gd name="connsiteY1" fmla="*/ 1029702 h 1207122"/>
              <a:gd name="connsiteX2" fmla="*/ 6960358 w 9144000"/>
              <a:gd name="connsiteY2" fmla="*/ 1207122 h 1207122"/>
              <a:gd name="connsiteX3" fmla="*/ 9144000 w 9144000"/>
              <a:gd name="connsiteY3" fmla="*/ 661212 h 1207122"/>
              <a:gd name="connsiteX4" fmla="*/ 9144000 w 9144000"/>
              <a:gd name="connsiteY4" fmla="*/ 415552 h 1207122"/>
              <a:gd name="connsiteX5" fmla="*/ 0 w 9144000"/>
              <a:gd name="connsiteY5" fmla="*/ 442848 h 1207122"/>
              <a:gd name="connsiteX0" fmla="*/ 0 w 9144000"/>
              <a:gd name="connsiteY0" fmla="*/ 442848 h 1225319"/>
              <a:gd name="connsiteX1" fmla="*/ 0 w 9144000"/>
              <a:gd name="connsiteY1" fmla="*/ 1029702 h 1225319"/>
              <a:gd name="connsiteX2" fmla="*/ 6960358 w 9144000"/>
              <a:gd name="connsiteY2" fmla="*/ 1207122 h 1225319"/>
              <a:gd name="connsiteX3" fmla="*/ 9144000 w 9144000"/>
              <a:gd name="connsiteY3" fmla="*/ 661212 h 1225319"/>
              <a:gd name="connsiteX4" fmla="*/ 9144000 w 9144000"/>
              <a:gd name="connsiteY4" fmla="*/ 415552 h 1225319"/>
              <a:gd name="connsiteX5" fmla="*/ 0 w 9144000"/>
              <a:gd name="connsiteY5" fmla="*/ 442848 h 1225319"/>
              <a:gd name="connsiteX0" fmla="*/ 0 w 9193306"/>
              <a:gd name="connsiteY0" fmla="*/ 442848 h 1426844"/>
              <a:gd name="connsiteX1" fmla="*/ 0 w 9193306"/>
              <a:gd name="connsiteY1" fmla="*/ 1029702 h 1426844"/>
              <a:gd name="connsiteX2" fmla="*/ 6960358 w 9193306"/>
              <a:gd name="connsiteY2" fmla="*/ 1207122 h 1426844"/>
              <a:gd name="connsiteX3" fmla="*/ 9144000 w 9193306"/>
              <a:gd name="connsiteY3" fmla="*/ 661212 h 1426844"/>
              <a:gd name="connsiteX4" fmla="*/ 9144000 w 9193306"/>
              <a:gd name="connsiteY4" fmla="*/ 415552 h 1426844"/>
              <a:gd name="connsiteX5" fmla="*/ 0 w 9193306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619886"/>
              <a:gd name="connsiteX1" fmla="*/ 0 w 9144000"/>
              <a:gd name="connsiteY1" fmla="*/ 1029702 h 1619886"/>
              <a:gd name="connsiteX2" fmla="*/ 6960358 w 9144000"/>
              <a:gd name="connsiteY2" fmla="*/ 1207122 h 1619886"/>
              <a:gd name="connsiteX3" fmla="*/ 9144000 w 9144000"/>
              <a:gd name="connsiteY3" fmla="*/ 661212 h 1619886"/>
              <a:gd name="connsiteX4" fmla="*/ 9144000 w 9144000"/>
              <a:gd name="connsiteY4" fmla="*/ 415552 h 1619886"/>
              <a:gd name="connsiteX5" fmla="*/ 0 w 9144000"/>
              <a:gd name="connsiteY5" fmla="*/ 442848 h 1619886"/>
              <a:gd name="connsiteX0" fmla="*/ 0 w 9144000"/>
              <a:gd name="connsiteY0" fmla="*/ 442848 h 1999667"/>
              <a:gd name="connsiteX1" fmla="*/ 0 w 9144000"/>
              <a:gd name="connsiteY1" fmla="*/ 1029702 h 1999667"/>
              <a:gd name="connsiteX2" fmla="*/ 6960358 w 9144000"/>
              <a:gd name="connsiteY2" fmla="*/ 1207122 h 1999667"/>
              <a:gd name="connsiteX3" fmla="*/ 9144000 w 9144000"/>
              <a:gd name="connsiteY3" fmla="*/ 661212 h 1999667"/>
              <a:gd name="connsiteX4" fmla="*/ 9144000 w 9144000"/>
              <a:gd name="connsiteY4" fmla="*/ 415552 h 1999667"/>
              <a:gd name="connsiteX5" fmla="*/ 0 w 9144000"/>
              <a:gd name="connsiteY5" fmla="*/ 442848 h 1999667"/>
              <a:gd name="connsiteX0" fmla="*/ 0 w 9144000"/>
              <a:gd name="connsiteY0" fmla="*/ 380150 h 2151307"/>
              <a:gd name="connsiteX1" fmla="*/ 0 w 9144000"/>
              <a:gd name="connsiteY1" fmla="*/ 1181342 h 2151307"/>
              <a:gd name="connsiteX2" fmla="*/ 6960358 w 9144000"/>
              <a:gd name="connsiteY2" fmla="*/ 1358762 h 2151307"/>
              <a:gd name="connsiteX3" fmla="*/ 9144000 w 9144000"/>
              <a:gd name="connsiteY3" fmla="*/ 812852 h 2151307"/>
              <a:gd name="connsiteX4" fmla="*/ 9144000 w 9144000"/>
              <a:gd name="connsiteY4" fmla="*/ 567192 h 2151307"/>
              <a:gd name="connsiteX5" fmla="*/ 0 w 9144000"/>
              <a:gd name="connsiteY5" fmla="*/ 380150 h 2151307"/>
              <a:gd name="connsiteX0" fmla="*/ 0 w 9144000"/>
              <a:gd name="connsiteY0" fmla="*/ 804294 h 2575451"/>
              <a:gd name="connsiteX1" fmla="*/ 0 w 9144000"/>
              <a:gd name="connsiteY1" fmla="*/ 1605486 h 2575451"/>
              <a:gd name="connsiteX2" fmla="*/ 6960358 w 9144000"/>
              <a:gd name="connsiteY2" fmla="*/ 1782906 h 2575451"/>
              <a:gd name="connsiteX3" fmla="*/ 9144000 w 9144000"/>
              <a:gd name="connsiteY3" fmla="*/ 1236996 h 2575451"/>
              <a:gd name="connsiteX4" fmla="*/ 9144000 w 9144000"/>
              <a:gd name="connsiteY4" fmla="*/ 991336 h 2575451"/>
              <a:gd name="connsiteX5" fmla="*/ 0 w 9144000"/>
              <a:gd name="connsiteY5" fmla="*/ 804294 h 2575451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960358 w 9144000"/>
              <a:gd name="connsiteY2" fmla="*/ 1782906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609125 w 9144000"/>
              <a:gd name="connsiteY2" fmla="*/ 189527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609125 w 9144000"/>
              <a:gd name="connsiteY2" fmla="*/ 189527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451309 w 9144000"/>
              <a:gd name="connsiteY2" fmla="*/ 178608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451309 w 9144000"/>
              <a:gd name="connsiteY2" fmla="*/ 178608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71296"/>
              <a:gd name="connsiteY0" fmla="*/ 804294 h 2887375"/>
              <a:gd name="connsiteX1" fmla="*/ 0 w 9171296"/>
              <a:gd name="connsiteY1" fmla="*/ 1605486 h 2887375"/>
              <a:gd name="connsiteX2" fmla="*/ 6451309 w 9171296"/>
              <a:gd name="connsiteY2" fmla="*/ 1786089 h 2887375"/>
              <a:gd name="connsiteX3" fmla="*/ 9144000 w 9171296"/>
              <a:gd name="connsiteY3" fmla="*/ 1236996 h 2887375"/>
              <a:gd name="connsiteX4" fmla="*/ 9171296 w 9171296"/>
              <a:gd name="connsiteY4" fmla="*/ 789349 h 2887375"/>
              <a:gd name="connsiteX5" fmla="*/ 0 w 9171296"/>
              <a:gd name="connsiteY5" fmla="*/ 804294 h 2887375"/>
              <a:gd name="connsiteX0" fmla="*/ 0 w 9171296"/>
              <a:gd name="connsiteY0" fmla="*/ 804294 h 2994163"/>
              <a:gd name="connsiteX1" fmla="*/ 0 w 9171296"/>
              <a:gd name="connsiteY1" fmla="*/ 1605486 h 2994163"/>
              <a:gd name="connsiteX2" fmla="*/ 6451309 w 9171296"/>
              <a:gd name="connsiteY2" fmla="*/ 1786089 h 2994163"/>
              <a:gd name="connsiteX3" fmla="*/ 9144000 w 9171296"/>
              <a:gd name="connsiteY3" fmla="*/ 1236996 h 2994163"/>
              <a:gd name="connsiteX4" fmla="*/ 9171296 w 9171296"/>
              <a:gd name="connsiteY4" fmla="*/ 789349 h 2994163"/>
              <a:gd name="connsiteX5" fmla="*/ 0 w 9171296"/>
              <a:gd name="connsiteY5" fmla="*/ 804294 h 2994163"/>
              <a:gd name="connsiteX0" fmla="*/ 0 w 9144000"/>
              <a:gd name="connsiteY0" fmla="*/ 804294 h 3000076"/>
              <a:gd name="connsiteX1" fmla="*/ 0 w 9144000"/>
              <a:gd name="connsiteY1" fmla="*/ 1605486 h 3000076"/>
              <a:gd name="connsiteX2" fmla="*/ 6451309 w 9144000"/>
              <a:gd name="connsiteY2" fmla="*/ 1786089 h 3000076"/>
              <a:gd name="connsiteX3" fmla="*/ 9144000 w 9144000"/>
              <a:gd name="connsiteY3" fmla="*/ 1236996 h 3000076"/>
              <a:gd name="connsiteX4" fmla="*/ 9144000 w 9144000"/>
              <a:gd name="connsiteY4" fmla="*/ 795262 h 3000076"/>
              <a:gd name="connsiteX5" fmla="*/ 0 w 9144000"/>
              <a:gd name="connsiteY5" fmla="*/ 804294 h 3000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0" h="3000076">
                <a:moveTo>
                  <a:pt x="0" y="804294"/>
                </a:moveTo>
                <a:lnTo>
                  <a:pt x="0" y="1605486"/>
                </a:lnTo>
                <a:cubicBezTo>
                  <a:pt x="1478686" y="575784"/>
                  <a:pt x="4819099" y="1833307"/>
                  <a:pt x="6451309" y="1786089"/>
                </a:cubicBezTo>
                <a:cubicBezTo>
                  <a:pt x="8083519" y="1738871"/>
                  <a:pt x="8907170" y="1317664"/>
                  <a:pt x="9144000" y="1236996"/>
                </a:cubicBezTo>
                <a:lnTo>
                  <a:pt x="9144000" y="795262"/>
                </a:lnTo>
                <a:cubicBezTo>
                  <a:pt x="4853990" y="3000076"/>
                  <a:pt x="2399338" y="0"/>
                  <a:pt x="0" y="804294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0">
                <a:schemeClr val="bg1">
                  <a:alpha val="86000"/>
                </a:schemeClr>
              </a:gs>
              <a:gs pos="100000">
                <a:schemeClr val="bg1">
                  <a:alpha val="2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12700" dir="16200000" rotWithShape="0">
              <a:schemeClr val="bg1">
                <a:lumMod val="95000"/>
                <a:alpha val="58000"/>
              </a:schemeClr>
            </a:outerShdw>
          </a:effectLst>
          <a:scene3d>
            <a:camera prst="orthographicFront"/>
            <a:lightRig rig="threePt" dir="t">
              <a:rot lat="0" lon="0" rev="11400000"/>
            </a:lightRig>
          </a:scene3d>
          <a:sp3d prstMaterial="metal">
            <a:bevelT w="82550" h="4445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4101" name="그림 10" descr="1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그림 13" descr="1.png"/>
          <p:cNvPicPr>
            <a:picLocks noChangeAspect="1"/>
          </p:cNvPicPr>
          <p:nvPr/>
        </p:nvPicPr>
        <p:blipFill>
          <a:blip r:embed="rId6" cstate="print"/>
          <a:srcRect t="37500"/>
          <a:stretch>
            <a:fillRect/>
          </a:stretch>
        </p:blipFill>
        <p:spPr bwMode="auto">
          <a:xfrm>
            <a:off x="0" y="2857500"/>
            <a:ext cx="9144000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3" name="그림 15" descr="5.png"/>
          <p:cNvPicPr>
            <a:picLocks noChangeAspect="1"/>
          </p:cNvPicPr>
          <p:nvPr/>
        </p:nvPicPr>
        <p:blipFill>
          <a:blip r:embed="rId7" cstate="print"/>
          <a:srcRect l="60156" t="10416" r="9375" b="43750"/>
          <a:stretch>
            <a:fillRect/>
          </a:stretch>
        </p:blipFill>
        <p:spPr bwMode="auto">
          <a:xfrm>
            <a:off x="6357938" y="2857500"/>
            <a:ext cx="2786062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4" name="그림 20" descr="6.png"/>
          <p:cNvPicPr>
            <a:picLocks noChangeAspect="1"/>
          </p:cNvPicPr>
          <p:nvPr/>
        </p:nvPicPr>
        <p:blipFill>
          <a:blip r:embed="rId8" cstate="print"/>
          <a:srcRect l="42630" t="8366" r="12839" b="15591"/>
          <a:stretch>
            <a:fillRect/>
          </a:stretch>
        </p:blipFill>
        <p:spPr bwMode="auto">
          <a:xfrm>
            <a:off x="-500063" y="357188"/>
            <a:ext cx="4071938" cy="521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자유형 21"/>
          <p:cNvSpPr/>
          <p:nvPr/>
        </p:nvSpPr>
        <p:spPr>
          <a:xfrm>
            <a:off x="0" y="1500222"/>
            <a:ext cx="9163050" cy="5214926"/>
          </a:xfrm>
          <a:custGeom>
            <a:avLst/>
            <a:gdLst>
              <a:gd name="connsiteX0" fmla="*/ 0 w 9144000"/>
              <a:gd name="connsiteY0" fmla="*/ 27296 h 791570"/>
              <a:gd name="connsiteX1" fmla="*/ 0 w 9144000"/>
              <a:gd name="connsiteY1" fmla="*/ 614150 h 791570"/>
              <a:gd name="connsiteX2" fmla="*/ 6960358 w 9144000"/>
              <a:gd name="connsiteY2" fmla="*/ 791570 h 791570"/>
              <a:gd name="connsiteX3" fmla="*/ 9144000 w 9144000"/>
              <a:gd name="connsiteY3" fmla="*/ 245660 h 791570"/>
              <a:gd name="connsiteX4" fmla="*/ 9144000 w 9144000"/>
              <a:gd name="connsiteY4" fmla="*/ 0 h 791570"/>
              <a:gd name="connsiteX5" fmla="*/ 0 w 9144000"/>
              <a:gd name="connsiteY5" fmla="*/ 27296 h 791570"/>
              <a:gd name="connsiteX0" fmla="*/ 0 w 9144000"/>
              <a:gd name="connsiteY0" fmla="*/ 163282 h 927556"/>
              <a:gd name="connsiteX1" fmla="*/ 0 w 9144000"/>
              <a:gd name="connsiteY1" fmla="*/ 750136 h 927556"/>
              <a:gd name="connsiteX2" fmla="*/ 6960358 w 9144000"/>
              <a:gd name="connsiteY2" fmla="*/ 927556 h 927556"/>
              <a:gd name="connsiteX3" fmla="*/ 9144000 w 9144000"/>
              <a:gd name="connsiteY3" fmla="*/ 381646 h 927556"/>
              <a:gd name="connsiteX4" fmla="*/ 9144000 w 9144000"/>
              <a:gd name="connsiteY4" fmla="*/ 135986 h 927556"/>
              <a:gd name="connsiteX5" fmla="*/ 0 w 9144000"/>
              <a:gd name="connsiteY5" fmla="*/ 163282 h 927556"/>
              <a:gd name="connsiteX0" fmla="*/ 0 w 9144000"/>
              <a:gd name="connsiteY0" fmla="*/ 442848 h 1207122"/>
              <a:gd name="connsiteX1" fmla="*/ 0 w 9144000"/>
              <a:gd name="connsiteY1" fmla="*/ 1029702 h 1207122"/>
              <a:gd name="connsiteX2" fmla="*/ 6960358 w 9144000"/>
              <a:gd name="connsiteY2" fmla="*/ 1207122 h 1207122"/>
              <a:gd name="connsiteX3" fmla="*/ 9144000 w 9144000"/>
              <a:gd name="connsiteY3" fmla="*/ 661212 h 1207122"/>
              <a:gd name="connsiteX4" fmla="*/ 9144000 w 9144000"/>
              <a:gd name="connsiteY4" fmla="*/ 415552 h 1207122"/>
              <a:gd name="connsiteX5" fmla="*/ 0 w 9144000"/>
              <a:gd name="connsiteY5" fmla="*/ 442848 h 1207122"/>
              <a:gd name="connsiteX0" fmla="*/ 0 w 9144000"/>
              <a:gd name="connsiteY0" fmla="*/ 442848 h 1225319"/>
              <a:gd name="connsiteX1" fmla="*/ 0 w 9144000"/>
              <a:gd name="connsiteY1" fmla="*/ 1029702 h 1225319"/>
              <a:gd name="connsiteX2" fmla="*/ 6960358 w 9144000"/>
              <a:gd name="connsiteY2" fmla="*/ 1207122 h 1225319"/>
              <a:gd name="connsiteX3" fmla="*/ 9144000 w 9144000"/>
              <a:gd name="connsiteY3" fmla="*/ 661212 h 1225319"/>
              <a:gd name="connsiteX4" fmla="*/ 9144000 w 9144000"/>
              <a:gd name="connsiteY4" fmla="*/ 415552 h 1225319"/>
              <a:gd name="connsiteX5" fmla="*/ 0 w 9144000"/>
              <a:gd name="connsiteY5" fmla="*/ 442848 h 1225319"/>
              <a:gd name="connsiteX0" fmla="*/ 0 w 9193306"/>
              <a:gd name="connsiteY0" fmla="*/ 442848 h 1426844"/>
              <a:gd name="connsiteX1" fmla="*/ 0 w 9193306"/>
              <a:gd name="connsiteY1" fmla="*/ 1029702 h 1426844"/>
              <a:gd name="connsiteX2" fmla="*/ 6960358 w 9193306"/>
              <a:gd name="connsiteY2" fmla="*/ 1207122 h 1426844"/>
              <a:gd name="connsiteX3" fmla="*/ 9144000 w 9193306"/>
              <a:gd name="connsiteY3" fmla="*/ 661212 h 1426844"/>
              <a:gd name="connsiteX4" fmla="*/ 9144000 w 9193306"/>
              <a:gd name="connsiteY4" fmla="*/ 415552 h 1426844"/>
              <a:gd name="connsiteX5" fmla="*/ 0 w 9193306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426844"/>
              <a:gd name="connsiteX1" fmla="*/ 0 w 9144000"/>
              <a:gd name="connsiteY1" fmla="*/ 1029702 h 1426844"/>
              <a:gd name="connsiteX2" fmla="*/ 6960358 w 9144000"/>
              <a:gd name="connsiteY2" fmla="*/ 1207122 h 1426844"/>
              <a:gd name="connsiteX3" fmla="*/ 9144000 w 9144000"/>
              <a:gd name="connsiteY3" fmla="*/ 661212 h 1426844"/>
              <a:gd name="connsiteX4" fmla="*/ 9144000 w 9144000"/>
              <a:gd name="connsiteY4" fmla="*/ 415552 h 1426844"/>
              <a:gd name="connsiteX5" fmla="*/ 0 w 9144000"/>
              <a:gd name="connsiteY5" fmla="*/ 442848 h 1426844"/>
              <a:gd name="connsiteX0" fmla="*/ 0 w 9144000"/>
              <a:gd name="connsiteY0" fmla="*/ 442848 h 1619886"/>
              <a:gd name="connsiteX1" fmla="*/ 0 w 9144000"/>
              <a:gd name="connsiteY1" fmla="*/ 1029702 h 1619886"/>
              <a:gd name="connsiteX2" fmla="*/ 6960358 w 9144000"/>
              <a:gd name="connsiteY2" fmla="*/ 1207122 h 1619886"/>
              <a:gd name="connsiteX3" fmla="*/ 9144000 w 9144000"/>
              <a:gd name="connsiteY3" fmla="*/ 661212 h 1619886"/>
              <a:gd name="connsiteX4" fmla="*/ 9144000 w 9144000"/>
              <a:gd name="connsiteY4" fmla="*/ 415552 h 1619886"/>
              <a:gd name="connsiteX5" fmla="*/ 0 w 9144000"/>
              <a:gd name="connsiteY5" fmla="*/ 442848 h 1619886"/>
              <a:gd name="connsiteX0" fmla="*/ 0 w 9144000"/>
              <a:gd name="connsiteY0" fmla="*/ 442848 h 1999667"/>
              <a:gd name="connsiteX1" fmla="*/ 0 w 9144000"/>
              <a:gd name="connsiteY1" fmla="*/ 1029702 h 1999667"/>
              <a:gd name="connsiteX2" fmla="*/ 6960358 w 9144000"/>
              <a:gd name="connsiteY2" fmla="*/ 1207122 h 1999667"/>
              <a:gd name="connsiteX3" fmla="*/ 9144000 w 9144000"/>
              <a:gd name="connsiteY3" fmla="*/ 661212 h 1999667"/>
              <a:gd name="connsiteX4" fmla="*/ 9144000 w 9144000"/>
              <a:gd name="connsiteY4" fmla="*/ 415552 h 1999667"/>
              <a:gd name="connsiteX5" fmla="*/ 0 w 9144000"/>
              <a:gd name="connsiteY5" fmla="*/ 442848 h 1999667"/>
              <a:gd name="connsiteX0" fmla="*/ 0 w 9144000"/>
              <a:gd name="connsiteY0" fmla="*/ 380150 h 2151307"/>
              <a:gd name="connsiteX1" fmla="*/ 0 w 9144000"/>
              <a:gd name="connsiteY1" fmla="*/ 1181342 h 2151307"/>
              <a:gd name="connsiteX2" fmla="*/ 6960358 w 9144000"/>
              <a:gd name="connsiteY2" fmla="*/ 1358762 h 2151307"/>
              <a:gd name="connsiteX3" fmla="*/ 9144000 w 9144000"/>
              <a:gd name="connsiteY3" fmla="*/ 812852 h 2151307"/>
              <a:gd name="connsiteX4" fmla="*/ 9144000 w 9144000"/>
              <a:gd name="connsiteY4" fmla="*/ 567192 h 2151307"/>
              <a:gd name="connsiteX5" fmla="*/ 0 w 9144000"/>
              <a:gd name="connsiteY5" fmla="*/ 380150 h 2151307"/>
              <a:gd name="connsiteX0" fmla="*/ 0 w 9144000"/>
              <a:gd name="connsiteY0" fmla="*/ 804294 h 2575451"/>
              <a:gd name="connsiteX1" fmla="*/ 0 w 9144000"/>
              <a:gd name="connsiteY1" fmla="*/ 1605486 h 2575451"/>
              <a:gd name="connsiteX2" fmla="*/ 6960358 w 9144000"/>
              <a:gd name="connsiteY2" fmla="*/ 1782906 h 2575451"/>
              <a:gd name="connsiteX3" fmla="*/ 9144000 w 9144000"/>
              <a:gd name="connsiteY3" fmla="*/ 1236996 h 2575451"/>
              <a:gd name="connsiteX4" fmla="*/ 9144000 w 9144000"/>
              <a:gd name="connsiteY4" fmla="*/ 991336 h 2575451"/>
              <a:gd name="connsiteX5" fmla="*/ 0 w 9144000"/>
              <a:gd name="connsiteY5" fmla="*/ 804294 h 2575451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960358 w 9144000"/>
              <a:gd name="connsiteY2" fmla="*/ 1782906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609125 w 9144000"/>
              <a:gd name="connsiteY2" fmla="*/ 189527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609125 w 9144000"/>
              <a:gd name="connsiteY2" fmla="*/ 189527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451309 w 9144000"/>
              <a:gd name="connsiteY2" fmla="*/ 178608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44000"/>
              <a:gd name="connsiteY0" fmla="*/ 804294 h 3089362"/>
              <a:gd name="connsiteX1" fmla="*/ 0 w 9144000"/>
              <a:gd name="connsiteY1" fmla="*/ 1605486 h 3089362"/>
              <a:gd name="connsiteX2" fmla="*/ 6451309 w 9144000"/>
              <a:gd name="connsiteY2" fmla="*/ 1786089 h 3089362"/>
              <a:gd name="connsiteX3" fmla="*/ 9144000 w 9144000"/>
              <a:gd name="connsiteY3" fmla="*/ 1236996 h 3089362"/>
              <a:gd name="connsiteX4" fmla="*/ 9144000 w 9144000"/>
              <a:gd name="connsiteY4" fmla="*/ 991336 h 3089362"/>
              <a:gd name="connsiteX5" fmla="*/ 0 w 9144000"/>
              <a:gd name="connsiteY5" fmla="*/ 804294 h 3089362"/>
              <a:gd name="connsiteX0" fmla="*/ 0 w 9171296"/>
              <a:gd name="connsiteY0" fmla="*/ 804294 h 2887375"/>
              <a:gd name="connsiteX1" fmla="*/ 0 w 9171296"/>
              <a:gd name="connsiteY1" fmla="*/ 1605486 h 2887375"/>
              <a:gd name="connsiteX2" fmla="*/ 6451309 w 9171296"/>
              <a:gd name="connsiteY2" fmla="*/ 1786089 h 2887375"/>
              <a:gd name="connsiteX3" fmla="*/ 9144000 w 9171296"/>
              <a:gd name="connsiteY3" fmla="*/ 1236996 h 2887375"/>
              <a:gd name="connsiteX4" fmla="*/ 9171296 w 9171296"/>
              <a:gd name="connsiteY4" fmla="*/ 789349 h 2887375"/>
              <a:gd name="connsiteX5" fmla="*/ 0 w 9171296"/>
              <a:gd name="connsiteY5" fmla="*/ 804294 h 2887375"/>
              <a:gd name="connsiteX0" fmla="*/ 0 w 9171296"/>
              <a:gd name="connsiteY0" fmla="*/ 804294 h 2994163"/>
              <a:gd name="connsiteX1" fmla="*/ 0 w 9171296"/>
              <a:gd name="connsiteY1" fmla="*/ 1605486 h 2994163"/>
              <a:gd name="connsiteX2" fmla="*/ 6451309 w 9171296"/>
              <a:gd name="connsiteY2" fmla="*/ 1786089 h 2994163"/>
              <a:gd name="connsiteX3" fmla="*/ 9144000 w 9171296"/>
              <a:gd name="connsiteY3" fmla="*/ 1236996 h 2994163"/>
              <a:gd name="connsiteX4" fmla="*/ 9171296 w 9171296"/>
              <a:gd name="connsiteY4" fmla="*/ 789349 h 2994163"/>
              <a:gd name="connsiteX5" fmla="*/ 0 w 9171296"/>
              <a:gd name="connsiteY5" fmla="*/ 804294 h 2994163"/>
              <a:gd name="connsiteX0" fmla="*/ 0 w 9144000"/>
              <a:gd name="connsiteY0" fmla="*/ 804294 h 3000076"/>
              <a:gd name="connsiteX1" fmla="*/ 0 w 9144000"/>
              <a:gd name="connsiteY1" fmla="*/ 1605486 h 3000076"/>
              <a:gd name="connsiteX2" fmla="*/ 6451309 w 9144000"/>
              <a:gd name="connsiteY2" fmla="*/ 1786089 h 3000076"/>
              <a:gd name="connsiteX3" fmla="*/ 9144000 w 9144000"/>
              <a:gd name="connsiteY3" fmla="*/ 1236996 h 3000076"/>
              <a:gd name="connsiteX4" fmla="*/ 9144000 w 9144000"/>
              <a:gd name="connsiteY4" fmla="*/ 795262 h 3000076"/>
              <a:gd name="connsiteX5" fmla="*/ 0 w 9144000"/>
              <a:gd name="connsiteY5" fmla="*/ 804294 h 3000076"/>
              <a:gd name="connsiteX0" fmla="*/ 0 w 9144000"/>
              <a:gd name="connsiteY0" fmla="*/ 804294 h 3170729"/>
              <a:gd name="connsiteX1" fmla="*/ 0 w 9144000"/>
              <a:gd name="connsiteY1" fmla="*/ 3170729 h 3170729"/>
              <a:gd name="connsiteX2" fmla="*/ 6451309 w 9144000"/>
              <a:gd name="connsiteY2" fmla="*/ 1786089 h 3170729"/>
              <a:gd name="connsiteX3" fmla="*/ 9144000 w 9144000"/>
              <a:gd name="connsiteY3" fmla="*/ 1236996 h 3170729"/>
              <a:gd name="connsiteX4" fmla="*/ 9144000 w 9144000"/>
              <a:gd name="connsiteY4" fmla="*/ 795262 h 3170729"/>
              <a:gd name="connsiteX5" fmla="*/ 0 w 9144000"/>
              <a:gd name="connsiteY5" fmla="*/ 804294 h 3170729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6451309 w 9144000"/>
              <a:gd name="connsiteY2" fmla="*/ 1786089 h 3274221"/>
              <a:gd name="connsiteX3" fmla="*/ 9144000 w 9144000"/>
              <a:gd name="connsiteY3" fmla="*/ 3193553 h 3274221"/>
              <a:gd name="connsiteX4" fmla="*/ 9144000 w 9144000"/>
              <a:gd name="connsiteY4" fmla="*/ 795262 h 3274221"/>
              <a:gd name="connsiteX5" fmla="*/ 0 w 9144000"/>
              <a:gd name="connsiteY5" fmla="*/ 804294 h 3274221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1807807 w 9144000"/>
              <a:gd name="connsiteY2" fmla="*/ 1090405 h 3274221"/>
              <a:gd name="connsiteX3" fmla="*/ 9144000 w 9144000"/>
              <a:gd name="connsiteY3" fmla="*/ 3193553 h 3274221"/>
              <a:gd name="connsiteX4" fmla="*/ 9144000 w 9144000"/>
              <a:gd name="connsiteY4" fmla="*/ 795262 h 3274221"/>
              <a:gd name="connsiteX5" fmla="*/ 0 w 9144000"/>
              <a:gd name="connsiteY5" fmla="*/ 804294 h 3274221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3879477 w 9144000"/>
              <a:gd name="connsiteY2" fmla="*/ 1481705 h 3274221"/>
              <a:gd name="connsiteX3" fmla="*/ 9144000 w 9144000"/>
              <a:gd name="connsiteY3" fmla="*/ 3193553 h 3274221"/>
              <a:gd name="connsiteX4" fmla="*/ 9144000 w 9144000"/>
              <a:gd name="connsiteY4" fmla="*/ 795262 h 3274221"/>
              <a:gd name="connsiteX5" fmla="*/ 0 w 9144000"/>
              <a:gd name="connsiteY5" fmla="*/ 804294 h 3274221"/>
              <a:gd name="connsiteX0" fmla="*/ 0 w 9144000"/>
              <a:gd name="connsiteY0" fmla="*/ 804294 h 4565318"/>
              <a:gd name="connsiteX1" fmla="*/ 0 w 9144000"/>
              <a:gd name="connsiteY1" fmla="*/ 3170729 h 4565318"/>
              <a:gd name="connsiteX2" fmla="*/ 3879477 w 9144000"/>
              <a:gd name="connsiteY2" fmla="*/ 1481705 h 4565318"/>
              <a:gd name="connsiteX3" fmla="*/ 9144000 w 9144000"/>
              <a:gd name="connsiteY3" fmla="*/ 3193553 h 4565318"/>
              <a:gd name="connsiteX4" fmla="*/ 9144000 w 9144000"/>
              <a:gd name="connsiteY4" fmla="*/ 2360504 h 4565318"/>
              <a:gd name="connsiteX5" fmla="*/ 0 w 9144000"/>
              <a:gd name="connsiteY5" fmla="*/ 804294 h 4565318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3879477 w 9144000"/>
              <a:gd name="connsiteY2" fmla="*/ 1481705 h 3274221"/>
              <a:gd name="connsiteX3" fmla="*/ 9144000 w 9144000"/>
              <a:gd name="connsiteY3" fmla="*/ 3193553 h 3274221"/>
              <a:gd name="connsiteX4" fmla="*/ 9144000 w 9144000"/>
              <a:gd name="connsiteY4" fmla="*/ 969150 h 3274221"/>
              <a:gd name="connsiteX5" fmla="*/ 0 w 9144000"/>
              <a:gd name="connsiteY5" fmla="*/ 804294 h 3274221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3879477 w 9144000"/>
              <a:gd name="connsiteY2" fmla="*/ 1829525 h 3274221"/>
              <a:gd name="connsiteX3" fmla="*/ 9144000 w 9144000"/>
              <a:gd name="connsiteY3" fmla="*/ 3193553 h 3274221"/>
              <a:gd name="connsiteX4" fmla="*/ 9144000 w 9144000"/>
              <a:gd name="connsiteY4" fmla="*/ 969150 h 3274221"/>
              <a:gd name="connsiteX5" fmla="*/ 0 w 9144000"/>
              <a:gd name="connsiteY5" fmla="*/ 804294 h 3274221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5093891 w 9144000"/>
              <a:gd name="connsiteY2" fmla="*/ 1829525 h 3274221"/>
              <a:gd name="connsiteX3" fmla="*/ 9144000 w 9144000"/>
              <a:gd name="connsiteY3" fmla="*/ 3193553 h 3274221"/>
              <a:gd name="connsiteX4" fmla="*/ 9144000 w 9144000"/>
              <a:gd name="connsiteY4" fmla="*/ 969150 h 3274221"/>
              <a:gd name="connsiteX5" fmla="*/ 0 w 9144000"/>
              <a:gd name="connsiteY5" fmla="*/ 804294 h 3274221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2450653 w 9144000"/>
              <a:gd name="connsiteY2" fmla="*/ 1394717 h 3274221"/>
              <a:gd name="connsiteX3" fmla="*/ 9144000 w 9144000"/>
              <a:gd name="connsiteY3" fmla="*/ 3193553 h 3274221"/>
              <a:gd name="connsiteX4" fmla="*/ 9144000 w 9144000"/>
              <a:gd name="connsiteY4" fmla="*/ 969150 h 3274221"/>
              <a:gd name="connsiteX5" fmla="*/ 0 w 9144000"/>
              <a:gd name="connsiteY5" fmla="*/ 804294 h 3274221"/>
              <a:gd name="connsiteX0" fmla="*/ 0 w 9144000"/>
              <a:gd name="connsiteY0" fmla="*/ 804294 h 3274221"/>
              <a:gd name="connsiteX1" fmla="*/ 0 w 9144000"/>
              <a:gd name="connsiteY1" fmla="*/ 3170729 h 3274221"/>
              <a:gd name="connsiteX2" fmla="*/ 2450653 w 9144000"/>
              <a:gd name="connsiteY2" fmla="*/ 1394717 h 3274221"/>
              <a:gd name="connsiteX3" fmla="*/ 9144000 w 9144000"/>
              <a:gd name="connsiteY3" fmla="*/ 3193553 h 3274221"/>
              <a:gd name="connsiteX4" fmla="*/ 9144000 w 9144000"/>
              <a:gd name="connsiteY4" fmla="*/ 969150 h 3274221"/>
              <a:gd name="connsiteX5" fmla="*/ 0 w 9144000"/>
              <a:gd name="connsiteY5" fmla="*/ 804294 h 3274221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2450653 w 9163050"/>
              <a:gd name="connsiteY2" fmla="*/ 1394717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1950555 w 9163050"/>
              <a:gd name="connsiteY2" fmla="*/ 1394717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1950555 w 9163050"/>
              <a:gd name="connsiteY2" fmla="*/ 1394717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1950555 w 9163050"/>
              <a:gd name="connsiteY2" fmla="*/ 1394717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2726861 w 9163050"/>
              <a:gd name="connsiteY2" fmla="*/ 1345440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2726861 w 9163050"/>
              <a:gd name="connsiteY2" fmla="*/ 1345440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3584111 w 9163050"/>
              <a:gd name="connsiteY2" fmla="*/ 1554140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3584111 w 9163050"/>
              <a:gd name="connsiteY2" fmla="*/ 1554140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  <a:gd name="connsiteX0" fmla="*/ 0 w 9163050"/>
              <a:gd name="connsiteY0" fmla="*/ 804294 h 3173964"/>
              <a:gd name="connsiteX1" fmla="*/ 0 w 9163050"/>
              <a:gd name="connsiteY1" fmla="*/ 3170729 h 3173964"/>
              <a:gd name="connsiteX2" fmla="*/ 3584111 w 9163050"/>
              <a:gd name="connsiteY2" fmla="*/ 1554140 h 3173964"/>
              <a:gd name="connsiteX3" fmla="*/ 9163050 w 9163050"/>
              <a:gd name="connsiteY3" fmla="*/ 2152941 h 3173964"/>
              <a:gd name="connsiteX4" fmla="*/ 9144000 w 9163050"/>
              <a:gd name="connsiteY4" fmla="*/ 969150 h 3173964"/>
              <a:gd name="connsiteX5" fmla="*/ 0 w 9163050"/>
              <a:gd name="connsiteY5" fmla="*/ 804294 h 3173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63050" h="3173964">
                <a:moveTo>
                  <a:pt x="0" y="804294"/>
                </a:moveTo>
                <a:lnTo>
                  <a:pt x="0" y="3170729"/>
                </a:lnTo>
                <a:cubicBezTo>
                  <a:pt x="149970" y="2019280"/>
                  <a:pt x="1061564" y="775945"/>
                  <a:pt x="3584111" y="1554140"/>
                </a:cubicBezTo>
                <a:cubicBezTo>
                  <a:pt x="6106658" y="2332335"/>
                  <a:pt x="7478420" y="2613319"/>
                  <a:pt x="9163050" y="2152941"/>
                </a:cubicBezTo>
                <a:lnTo>
                  <a:pt x="9144000" y="969150"/>
                </a:lnTo>
                <a:cubicBezTo>
                  <a:pt x="4853990" y="3173964"/>
                  <a:pt x="2399338" y="0"/>
                  <a:pt x="0" y="804294"/>
                </a:cubicBezTo>
                <a:close/>
              </a:path>
            </a:pathLst>
          </a:custGeom>
          <a:gradFill>
            <a:gsLst>
              <a:gs pos="6000">
                <a:schemeClr val="bg1">
                  <a:alpha val="62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12700" dir="16200000" rotWithShape="0">
              <a:schemeClr val="bg1">
                <a:lumMod val="95000"/>
                <a:alpha val="58000"/>
              </a:schemeClr>
            </a:outerShdw>
          </a:effectLst>
          <a:scene3d>
            <a:camera prst="orthographicFront"/>
            <a:lightRig rig="threePt" dir="t">
              <a:rot lat="0" lon="0" rev="11400000"/>
            </a:lightRig>
          </a:scene3d>
          <a:sp3d prstMaterial="metal">
            <a:bevelT w="82550" h="4445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4108" name="자유형 25"/>
          <p:cNvPicPr>
            <a:picLocks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-66675" y="2305050"/>
            <a:ext cx="9290050" cy="258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9" name="Text Box 15"/>
          <p:cNvSpPr txBox="1">
            <a:spLocks noChangeArrowheads="1"/>
          </p:cNvSpPr>
          <p:nvPr/>
        </p:nvSpPr>
        <p:spPr bwMode="auto">
          <a:xfrm>
            <a:off x="0" y="1938338"/>
            <a:ext cx="9163050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kumimoji="0" lang="ko-KR" altLang="en-US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7" r:id="rId2"/>
    <p:sldLayoutId id="2147483748" r:id="rId3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itographics.com/enciclog/banderas/america/source/16.html" TargetMode="External"/><Relationship Id="rId13" Type="http://schemas.openxmlformats.org/officeDocument/2006/relationships/image" Target="../media/image29.png"/><Relationship Id="rId18" Type="http://schemas.openxmlformats.org/officeDocument/2006/relationships/image" Target="../media/image32.png"/><Relationship Id="rId26" Type="http://schemas.openxmlformats.org/officeDocument/2006/relationships/image" Target="../media/image37.png"/><Relationship Id="rId3" Type="http://schemas.openxmlformats.org/officeDocument/2006/relationships/image" Target="../media/image24.png"/><Relationship Id="rId21" Type="http://schemas.openxmlformats.org/officeDocument/2006/relationships/hyperlink" Target="http://www.sitographics.com/enciclog/banderas/asia/source/19.html" TargetMode="External"/><Relationship Id="rId7" Type="http://schemas.openxmlformats.org/officeDocument/2006/relationships/image" Target="../media/image26.png"/><Relationship Id="rId12" Type="http://schemas.openxmlformats.org/officeDocument/2006/relationships/hyperlink" Target="http://www.sitographics.com/enciclog/banderas/europa/source/44.html" TargetMode="External"/><Relationship Id="rId17" Type="http://schemas.openxmlformats.org/officeDocument/2006/relationships/image" Target="../media/image31.png"/><Relationship Id="rId25" Type="http://schemas.openxmlformats.org/officeDocument/2006/relationships/image" Target="../media/image36.jpeg"/><Relationship Id="rId2" Type="http://schemas.openxmlformats.org/officeDocument/2006/relationships/notesSlide" Target="../notesSlides/notesSlide6.xml"/><Relationship Id="rId16" Type="http://schemas.openxmlformats.org/officeDocument/2006/relationships/hyperlink" Target="http://www.sitographics.com/enciclog/banderas/oceania/source/9.html" TargetMode="External"/><Relationship Id="rId20" Type="http://schemas.openxmlformats.org/officeDocument/2006/relationships/image" Target="../media/image33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itographics.com/enciclog/banderas/asia/source/11.html" TargetMode="External"/><Relationship Id="rId11" Type="http://schemas.openxmlformats.org/officeDocument/2006/relationships/image" Target="../media/image28.png"/><Relationship Id="rId24" Type="http://schemas.openxmlformats.org/officeDocument/2006/relationships/hyperlink" Target="http://search.yahoo.com/r/_ylt=A0oG7mnTXYNNwFwA.WJXNyoA;_ylu=X3oDMTA0cWtjOThtBHNtAzE-/SIG=11vn3qi7o/EXP=1300476467/**http:/en.wikipedia.org/wiki/Flag_of_Europe" TargetMode="External"/><Relationship Id="rId5" Type="http://schemas.openxmlformats.org/officeDocument/2006/relationships/image" Target="../media/image25.png"/><Relationship Id="rId15" Type="http://schemas.openxmlformats.org/officeDocument/2006/relationships/image" Target="../media/image30.png"/><Relationship Id="rId23" Type="http://schemas.openxmlformats.org/officeDocument/2006/relationships/image" Target="../media/image35.png"/><Relationship Id="rId28" Type="http://schemas.openxmlformats.org/officeDocument/2006/relationships/image" Target="../media/image39.jpeg"/><Relationship Id="rId10" Type="http://schemas.openxmlformats.org/officeDocument/2006/relationships/hyperlink" Target="http://www.sitographics.com/enciclog/banderas/asia/source/32.html" TargetMode="External"/><Relationship Id="rId19" Type="http://schemas.openxmlformats.org/officeDocument/2006/relationships/hyperlink" Target="http://www.sitographics.com/enciclog/banderas/asia/source/20.html" TargetMode="External"/><Relationship Id="rId4" Type="http://schemas.openxmlformats.org/officeDocument/2006/relationships/hyperlink" Target="http://www.sitographics.com/enciclog/banderas/america/source/8.html" TargetMode="External"/><Relationship Id="rId9" Type="http://schemas.openxmlformats.org/officeDocument/2006/relationships/image" Target="../media/image27.png"/><Relationship Id="rId14" Type="http://schemas.openxmlformats.org/officeDocument/2006/relationships/hyperlink" Target="http://www.sitographics.com/enciclog/banderas/europa/source/35.html" TargetMode="External"/><Relationship Id="rId22" Type="http://schemas.openxmlformats.org/officeDocument/2006/relationships/image" Target="../media/image34.png"/><Relationship Id="rId27" Type="http://schemas.openxmlformats.org/officeDocument/2006/relationships/image" Target="../media/image38.png"/><Relationship Id="rId30" Type="http://schemas.openxmlformats.org/officeDocument/2006/relationships/image" Target="../media/image4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ustoms.go.jp/zeikan/seido/kaizen.htm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05"/>
          <p:cNvSpPr>
            <a:spLocks noChangeArrowheads="1"/>
          </p:cNvSpPr>
          <p:nvPr/>
        </p:nvSpPr>
        <p:spPr bwMode="auto">
          <a:xfrm>
            <a:off x="1256123" y="1422068"/>
            <a:ext cx="6611550" cy="998820"/>
          </a:xfrm>
          <a:prstGeom prst="roundRect">
            <a:avLst>
              <a:gd name="adj" fmla="val 11537"/>
            </a:avLst>
          </a:prstGeom>
          <a:gradFill rotWithShape="1">
            <a:gsLst>
              <a:gs pos="0">
                <a:schemeClr val="bg1"/>
              </a:gs>
              <a:gs pos="100000">
                <a:srgbClr val="EAEAEA"/>
              </a:gs>
            </a:gsLst>
            <a:lin ang="5400000" scaled="1"/>
          </a:gra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56000"/>
              </a:prstClr>
            </a:outerShdw>
          </a:effectLst>
          <a:extLst/>
        </p:spPr>
        <p:txBody>
          <a:bodyPr wrap="none" anchor="ctr"/>
          <a:lstStyle/>
          <a:p>
            <a:pPr algn="ctr"/>
            <a:endParaRPr lang="ko-KR" altLang="en-US" sz="32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OTF ExtraBold" pitchFamily="34" charset="-127"/>
              <a:ea typeface="나눔고딕OTF ExtraBold" pitchFamily="34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0" y="5406465"/>
            <a:ext cx="9144000" cy="1451535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48" name="WordArt 14"/>
          <p:cNvSpPr>
            <a:spLocks noChangeArrowheads="1" noChangeShapeType="1" noTextEdit="1"/>
          </p:cNvSpPr>
          <p:nvPr/>
        </p:nvSpPr>
        <p:spPr bwMode="auto">
          <a:xfrm>
            <a:off x="3138477" y="4872048"/>
            <a:ext cx="2890858" cy="102495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ko-KR" altLang="en-US" sz="3600" b="1" kern="1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HY동녘B"/>
                <a:ea typeface="HY동녘B"/>
              </a:rPr>
              <a:t>주일한국대사관</a:t>
            </a:r>
            <a:endParaRPr lang="en-US" altLang="ko-KR" sz="3600" b="1" kern="10" dirty="0" smtClean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HY동녘B"/>
              <a:ea typeface="HY동녘B"/>
            </a:endParaRPr>
          </a:p>
          <a:p>
            <a:pPr algn="ctr"/>
            <a:r>
              <a:rPr lang="ko-KR" altLang="en-US" sz="3600" b="1" kern="10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HY동녘B"/>
                <a:ea typeface="HY동녘B"/>
              </a:rPr>
              <a:t>관세관</a:t>
            </a:r>
            <a:r>
              <a:rPr lang="ko-KR" altLang="en-US" sz="3600" b="1" kern="1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HY동녘B"/>
                <a:ea typeface="HY동녘B"/>
              </a:rPr>
              <a:t>  류원택</a:t>
            </a:r>
            <a:endParaRPr lang="ko-KR" altLang="en-US" sz="3600" b="1" kern="1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HY동녘B"/>
              <a:ea typeface="HY동녘B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686610" y="1578106"/>
            <a:ext cx="4671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40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2">
                    <a:lumMod val="75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일본의 </a:t>
            </a:r>
            <a:r>
              <a:rPr lang="en-US" altLang="ko-KR" sz="40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2">
                    <a:lumMod val="75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AEO </a:t>
            </a:r>
            <a:r>
              <a:rPr lang="ko-KR" altLang="en-US" sz="40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2">
                    <a:lumMod val="75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제도 </a:t>
            </a:r>
            <a:endParaRPr lang="en-US" altLang="ko-KR" sz="40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tx2">
                  <a:lumMod val="75000"/>
                </a:schemeClr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휴먼둥근헤드라인" pitchFamily="18" charset="-127"/>
              <a:ea typeface="휴먼둥근헤드라인" pitchFamily="18" charset="-127"/>
            </a:endParaRPr>
          </a:p>
        </p:txBody>
      </p:sp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3000364" y="3429000"/>
            <a:ext cx="31099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kumimoji="0" lang="en-US" altLang="ko-KR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2011. 9. 16. (</a:t>
            </a:r>
            <a:r>
              <a:rPr kumimoji="0" lang="ko-KR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金</a:t>
            </a:r>
            <a:r>
              <a:rPr kumimoji="0" lang="en-US" altLang="ko-KR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7884" y="500042"/>
            <a:ext cx="2786082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altLang="ko-K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맑은 고딕"/>
                <a:ea typeface="맑은 고딕"/>
              </a:rPr>
              <a:t>〔</a:t>
            </a:r>
            <a:r>
              <a:rPr lang="ko-KR" altLang="en-US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휴먼명조,한컴돋움"/>
              </a:rPr>
              <a:t>통상투자진흥 회의자료</a:t>
            </a:r>
            <a:r>
              <a:rPr lang="en-US" altLang="ko-KR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맑은 고딕"/>
                <a:ea typeface="맑은 고딕"/>
              </a:rPr>
              <a:t>〕</a:t>
            </a:r>
            <a:endParaRPr lang="ko-KR" alt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2" name="그림 5" descr="1.bmp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59060" y="1527015"/>
            <a:ext cx="741343" cy="741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48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ko-KR" altLang="en-US" dirty="0" smtClean="0">
                <a:solidFill>
                  <a:schemeClr val="bg1"/>
                </a:solidFill>
              </a:rPr>
              <a:t>목 차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1595418" y="1142984"/>
            <a:ext cx="5334036" cy="726350"/>
            <a:chOff x="1595418" y="1916832"/>
            <a:chExt cx="5905522" cy="928688"/>
          </a:xfrm>
        </p:grpSpPr>
        <p:pic>
          <p:nvPicPr>
            <p:cNvPr id="7171" name="Picture 20" descr="그림자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95418" y="1916832"/>
              <a:ext cx="5905522" cy="928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172" name="AutoShape 21"/>
            <p:cNvSpPr>
              <a:spLocks noChangeArrowheads="1"/>
            </p:cNvSpPr>
            <p:nvPr/>
          </p:nvSpPr>
          <p:spPr bwMode="auto">
            <a:xfrm>
              <a:off x="1758929" y="2062882"/>
              <a:ext cx="5442921" cy="62071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5400000" scaled="1"/>
            </a:gra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38087" tIns="48370" rIns="96741" bIns="48370" anchor="ctr"/>
            <a:lstStyle/>
            <a:p>
              <a:pPr defTabSz="968375">
                <a:spcBef>
                  <a:spcPct val="20000"/>
                </a:spcBef>
              </a:pPr>
              <a:endParaRPr lang="ko-KR" altLang="ko-KR" sz="2300">
                <a:solidFill>
                  <a:srgbClr val="003399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pic>
          <p:nvPicPr>
            <p:cNvPr id="7173" name="Picture 22" descr="0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73097" y="2000175"/>
              <a:ext cx="787525" cy="784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" name="AutoShape 23"/>
            <p:cNvSpPr>
              <a:spLocks noChangeArrowheads="1"/>
            </p:cNvSpPr>
            <p:nvPr/>
          </p:nvSpPr>
          <p:spPr bwMode="auto">
            <a:xfrm>
              <a:off x="1726387" y="2075578"/>
              <a:ext cx="668203" cy="523875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 lIns="96741" tIns="48370" rIns="96741" bIns="48370" anchor="ctr"/>
            <a:lstStyle/>
            <a:p>
              <a:pPr algn="ctr" defTabSz="968375">
                <a:defRPr/>
              </a:pPr>
              <a:r>
                <a:rPr lang="en-US" altLang="ko-KR" sz="3000" b="1" dirty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Ⅰ</a:t>
              </a:r>
            </a:p>
          </p:txBody>
        </p:sp>
        <p:sp>
          <p:nvSpPr>
            <p:cNvPr id="7175" name="Text Box 24"/>
            <p:cNvSpPr txBox="1">
              <a:spLocks noChangeArrowheads="1"/>
            </p:cNvSpPr>
            <p:nvPr/>
          </p:nvSpPr>
          <p:spPr bwMode="auto">
            <a:xfrm>
              <a:off x="2280879" y="2060010"/>
              <a:ext cx="4508234" cy="597113"/>
            </a:xfrm>
            <a:prstGeom prst="rect">
              <a:avLst/>
            </a:prstGeom>
            <a:noFill/>
            <a:ln w="12700" cap="sq" algn="ctr">
              <a:noFill/>
              <a:miter lim="800000"/>
              <a:headEnd type="none" w="sm" len="sm"/>
              <a:tailEnd type="none" w="sm" len="sm"/>
            </a:ln>
          </p:spPr>
          <p:txBody>
            <a:bodyPr wrap="square" lIns="96741" tIns="48370" rIns="96741" bIns="48370">
              <a:spAutoFit/>
            </a:bodyPr>
            <a:lstStyle/>
            <a:p>
              <a:pPr defTabSz="968375">
                <a:spcBef>
                  <a:spcPct val="50000"/>
                </a:spcBef>
              </a:pPr>
              <a:r>
                <a:rPr lang="en-US" altLang="ko-KR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  AEO </a:t>
              </a:r>
              <a:r>
                <a:rPr lang="ko-KR" altLang="en-US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도입 배경 및 개념</a:t>
              </a:r>
              <a:endParaRPr lang="ko-KR" altLang="en-US" sz="2400" dirty="0">
                <a:solidFill>
                  <a:srgbClr val="000066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1595418" y="1928802"/>
            <a:ext cx="5334036" cy="726350"/>
            <a:chOff x="1595418" y="1916832"/>
            <a:chExt cx="5905522" cy="928688"/>
          </a:xfrm>
        </p:grpSpPr>
        <p:pic>
          <p:nvPicPr>
            <p:cNvPr id="22" name="Picture 20" descr="그림자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95418" y="1916832"/>
              <a:ext cx="5905522" cy="928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AutoShape 21"/>
            <p:cNvSpPr>
              <a:spLocks noChangeArrowheads="1"/>
            </p:cNvSpPr>
            <p:nvPr/>
          </p:nvSpPr>
          <p:spPr bwMode="auto">
            <a:xfrm>
              <a:off x="1758929" y="2062882"/>
              <a:ext cx="5442921" cy="62071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5400000" scaled="1"/>
            </a:gra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38087" tIns="48370" rIns="96741" bIns="48370" anchor="ctr"/>
            <a:lstStyle/>
            <a:p>
              <a:pPr defTabSz="968375">
                <a:spcBef>
                  <a:spcPct val="20000"/>
                </a:spcBef>
              </a:pPr>
              <a:endParaRPr lang="ko-KR" altLang="ko-KR" sz="2300">
                <a:solidFill>
                  <a:srgbClr val="003399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pic>
          <p:nvPicPr>
            <p:cNvPr id="28" name="Picture 22" descr="0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73097" y="2000175"/>
              <a:ext cx="787525" cy="784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" name="AutoShape 23"/>
            <p:cNvSpPr>
              <a:spLocks noChangeArrowheads="1"/>
            </p:cNvSpPr>
            <p:nvPr/>
          </p:nvSpPr>
          <p:spPr bwMode="auto">
            <a:xfrm>
              <a:off x="1726387" y="2075578"/>
              <a:ext cx="668203" cy="523875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 lIns="96741" tIns="48370" rIns="96741" bIns="48370" anchor="ctr"/>
            <a:lstStyle/>
            <a:p>
              <a:pPr algn="ctr" defTabSz="968375">
                <a:defRPr/>
              </a:pPr>
              <a:r>
                <a:rPr lang="en-US" altLang="ko-KR" sz="3000" b="1" dirty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Ⅱ</a:t>
              </a:r>
            </a:p>
          </p:txBody>
        </p:sp>
        <p:sp>
          <p:nvSpPr>
            <p:cNvPr id="30" name="Text Box 24"/>
            <p:cNvSpPr txBox="1">
              <a:spLocks noChangeArrowheads="1"/>
            </p:cNvSpPr>
            <p:nvPr/>
          </p:nvSpPr>
          <p:spPr bwMode="auto">
            <a:xfrm>
              <a:off x="2280879" y="2060010"/>
              <a:ext cx="4350051" cy="597113"/>
            </a:xfrm>
            <a:prstGeom prst="rect">
              <a:avLst/>
            </a:prstGeom>
            <a:noFill/>
            <a:ln w="12700" cap="sq" algn="ctr">
              <a:noFill/>
              <a:miter lim="800000"/>
              <a:headEnd type="none" w="sm" len="sm"/>
              <a:tailEnd type="none" w="sm" len="sm"/>
            </a:ln>
          </p:spPr>
          <p:txBody>
            <a:bodyPr wrap="square" lIns="96741" tIns="48370" rIns="96741" bIns="48370">
              <a:spAutoFit/>
            </a:bodyPr>
            <a:lstStyle/>
            <a:p>
              <a:pPr defTabSz="968375">
                <a:spcBef>
                  <a:spcPct val="50000"/>
                </a:spcBef>
              </a:pPr>
              <a:r>
                <a:rPr lang="en-US" altLang="ko-KR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  AEO </a:t>
              </a:r>
              <a:r>
                <a:rPr lang="ko-KR" altLang="en-US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공인 요건</a:t>
              </a:r>
              <a:endParaRPr lang="ko-KR" altLang="en-US" sz="2400" dirty="0">
                <a:solidFill>
                  <a:srgbClr val="000066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1595418" y="2714620"/>
            <a:ext cx="5334036" cy="726350"/>
            <a:chOff x="1595418" y="1916831"/>
            <a:chExt cx="5905522" cy="928688"/>
          </a:xfrm>
        </p:grpSpPr>
        <p:pic>
          <p:nvPicPr>
            <p:cNvPr id="32" name="Picture 20" descr="그림자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95418" y="1916831"/>
              <a:ext cx="5905522" cy="928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" name="AutoShape 21"/>
            <p:cNvSpPr>
              <a:spLocks noChangeArrowheads="1"/>
            </p:cNvSpPr>
            <p:nvPr/>
          </p:nvSpPr>
          <p:spPr bwMode="auto">
            <a:xfrm>
              <a:off x="1758929" y="2062882"/>
              <a:ext cx="5442921" cy="62071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5400000" scaled="1"/>
            </a:gra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38087" tIns="48370" rIns="96741" bIns="48370" anchor="ctr"/>
            <a:lstStyle/>
            <a:p>
              <a:pPr defTabSz="968375">
                <a:spcBef>
                  <a:spcPct val="20000"/>
                </a:spcBef>
              </a:pPr>
              <a:endParaRPr lang="ko-KR" altLang="ko-KR" sz="2300">
                <a:solidFill>
                  <a:srgbClr val="003399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pic>
          <p:nvPicPr>
            <p:cNvPr id="34" name="Picture 22" descr="0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73097" y="2000175"/>
              <a:ext cx="787525" cy="784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5" name="AutoShape 23"/>
            <p:cNvSpPr>
              <a:spLocks noChangeArrowheads="1"/>
            </p:cNvSpPr>
            <p:nvPr/>
          </p:nvSpPr>
          <p:spPr bwMode="auto">
            <a:xfrm>
              <a:off x="1726387" y="2075578"/>
              <a:ext cx="668203" cy="523875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 lIns="96741" tIns="48370" rIns="96741" bIns="48370" anchor="ctr"/>
            <a:lstStyle/>
            <a:p>
              <a:pPr algn="ctr" defTabSz="968375">
                <a:defRPr/>
              </a:pPr>
              <a:r>
                <a:rPr lang="en-US" altLang="ko-KR" sz="3000" b="1" dirty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Ⅲ</a:t>
              </a:r>
            </a:p>
          </p:txBody>
        </p:sp>
        <p:sp>
          <p:nvSpPr>
            <p:cNvPr id="36" name="Text Box 24"/>
            <p:cNvSpPr txBox="1">
              <a:spLocks noChangeArrowheads="1"/>
            </p:cNvSpPr>
            <p:nvPr/>
          </p:nvSpPr>
          <p:spPr bwMode="auto">
            <a:xfrm>
              <a:off x="2280879" y="2060010"/>
              <a:ext cx="4037025" cy="597113"/>
            </a:xfrm>
            <a:prstGeom prst="rect">
              <a:avLst/>
            </a:prstGeom>
            <a:noFill/>
            <a:ln w="12700" cap="sq" algn="ctr">
              <a:noFill/>
              <a:miter lim="800000"/>
              <a:headEnd type="none" w="sm" len="sm"/>
              <a:tailEnd type="none" w="sm" len="sm"/>
            </a:ln>
          </p:spPr>
          <p:txBody>
            <a:bodyPr wrap="square" lIns="96741" tIns="48370" rIns="96741" bIns="48370">
              <a:spAutoFit/>
            </a:bodyPr>
            <a:lstStyle/>
            <a:p>
              <a:pPr defTabSz="968375">
                <a:spcBef>
                  <a:spcPct val="50000"/>
                </a:spcBef>
              </a:pPr>
              <a:r>
                <a:rPr lang="en-US" altLang="ko-KR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  AEO</a:t>
              </a:r>
              <a:r>
                <a:rPr lang="ko-KR" altLang="en-US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 공인 절차</a:t>
              </a:r>
              <a:endParaRPr lang="ko-KR" altLang="en-US" sz="2400" dirty="0">
                <a:solidFill>
                  <a:srgbClr val="000066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1571604" y="3500438"/>
            <a:ext cx="5334036" cy="726350"/>
            <a:chOff x="1595418" y="1916832"/>
            <a:chExt cx="5905522" cy="928688"/>
          </a:xfrm>
        </p:grpSpPr>
        <p:pic>
          <p:nvPicPr>
            <p:cNvPr id="38" name="Picture 20" descr="그림자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95418" y="1916832"/>
              <a:ext cx="5905522" cy="928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" name="AutoShape 21"/>
            <p:cNvSpPr>
              <a:spLocks noChangeArrowheads="1"/>
            </p:cNvSpPr>
            <p:nvPr/>
          </p:nvSpPr>
          <p:spPr bwMode="auto">
            <a:xfrm>
              <a:off x="1758929" y="2062882"/>
              <a:ext cx="5442921" cy="62071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5400000" scaled="1"/>
            </a:gra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38087" tIns="48370" rIns="96741" bIns="48370" anchor="ctr"/>
            <a:lstStyle/>
            <a:p>
              <a:pPr defTabSz="968375">
                <a:spcBef>
                  <a:spcPct val="20000"/>
                </a:spcBef>
              </a:pPr>
              <a:endParaRPr lang="ko-KR" altLang="ko-KR" sz="2300" dirty="0">
                <a:solidFill>
                  <a:srgbClr val="003399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pic>
          <p:nvPicPr>
            <p:cNvPr id="40" name="Picture 22" descr="0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73097" y="2000175"/>
              <a:ext cx="787525" cy="784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" name="AutoShape 23"/>
            <p:cNvSpPr>
              <a:spLocks noChangeArrowheads="1"/>
            </p:cNvSpPr>
            <p:nvPr/>
          </p:nvSpPr>
          <p:spPr bwMode="auto">
            <a:xfrm>
              <a:off x="1726387" y="2075578"/>
              <a:ext cx="668203" cy="523875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 lIns="96741" tIns="48370" rIns="96741" bIns="48370" anchor="ctr"/>
            <a:lstStyle/>
            <a:p>
              <a:pPr algn="ctr" defTabSz="968375">
                <a:defRPr/>
              </a:pPr>
              <a:r>
                <a:rPr lang="en-US" altLang="ko-KR" sz="3000" b="1" dirty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Ⅳ</a:t>
              </a:r>
            </a:p>
          </p:txBody>
        </p:sp>
        <p:sp>
          <p:nvSpPr>
            <p:cNvPr id="43" name="Text Box 24"/>
            <p:cNvSpPr txBox="1">
              <a:spLocks noChangeArrowheads="1"/>
            </p:cNvSpPr>
            <p:nvPr/>
          </p:nvSpPr>
          <p:spPr bwMode="auto">
            <a:xfrm>
              <a:off x="2280879" y="2060010"/>
              <a:ext cx="4709191" cy="597113"/>
            </a:xfrm>
            <a:prstGeom prst="rect">
              <a:avLst/>
            </a:prstGeom>
            <a:noFill/>
            <a:ln w="12700" cap="sq" algn="ctr">
              <a:noFill/>
              <a:miter lim="800000"/>
              <a:headEnd type="none" w="sm" len="sm"/>
              <a:tailEnd type="none" w="sm" len="sm"/>
            </a:ln>
          </p:spPr>
          <p:txBody>
            <a:bodyPr wrap="square" lIns="96741" tIns="48370" rIns="96741" bIns="48370">
              <a:spAutoFit/>
            </a:bodyPr>
            <a:lstStyle/>
            <a:p>
              <a:pPr defTabSz="968375">
                <a:spcBef>
                  <a:spcPct val="50000"/>
                </a:spcBef>
              </a:pPr>
              <a:r>
                <a:rPr lang="en-US" altLang="ko-KR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  AEO </a:t>
              </a:r>
              <a:r>
                <a:rPr lang="ko-KR" altLang="en-US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공인 및 </a:t>
              </a:r>
              <a:r>
                <a:rPr lang="en-US" altLang="ko-KR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MRA </a:t>
              </a:r>
              <a:r>
                <a:rPr lang="ko-KR" altLang="en-US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혜택</a:t>
              </a:r>
              <a:endParaRPr lang="ko-KR" altLang="en-US" sz="2400" dirty="0">
                <a:solidFill>
                  <a:srgbClr val="000066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1571604" y="4274286"/>
            <a:ext cx="5334036" cy="726350"/>
            <a:chOff x="1595418" y="1916832"/>
            <a:chExt cx="5905522" cy="928688"/>
          </a:xfrm>
        </p:grpSpPr>
        <p:pic>
          <p:nvPicPr>
            <p:cNvPr id="45" name="Picture 20" descr="그림자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95418" y="1916832"/>
              <a:ext cx="5905522" cy="928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" name="AutoShape 21"/>
            <p:cNvSpPr>
              <a:spLocks noChangeArrowheads="1"/>
            </p:cNvSpPr>
            <p:nvPr/>
          </p:nvSpPr>
          <p:spPr bwMode="auto">
            <a:xfrm>
              <a:off x="1758929" y="2062882"/>
              <a:ext cx="5442921" cy="62071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5400000" scaled="1"/>
            </a:gra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38087" tIns="48370" rIns="96741" bIns="48370" anchor="ctr"/>
            <a:lstStyle/>
            <a:p>
              <a:pPr defTabSz="968375">
                <a:spcBef>
                  <a:spcPct val="20000"/>
                </a:spcBef>
              </a:pPr>
              <a:endParaRPr lang="ko-KR" altLang="ko-KR" sz="2300">
                <a:solidFill>
                  <a:srgbClr val="003399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pic>
          <p:nvPicPr>
            <p:cNvPr id="47" name="Picture 22" descr="0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73097" y="2000175"/>
              <a:ext cx="787525" cy="784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" name="AutoShape 23"/>
            <p:cNvSpPr>
              <a:spLocks noChangeArrowheads="1"/>
            </p:cNvSpPr>
            <p:nvPr/>
          </p:nvSpPr>
          <p:spPr bwMode="auto">
            <a:xfrm>
              <a:off x="1726387" y="2075578"/>
              <a:ext cx="668203" cy="523875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 lIns="96741" tIns="48370" rIns="96741" bIns="48370" anchor="ctr"/>
            <a:lstStyle/>
            <a:p>
              <a:pPr algn="ctr" defTabSz="968375">
                <a:defRPr/>
              </a:pPr>
              <a:r>
                <a:rPr lang="en-US" altLang="ko-KR" sz="3000" b="1" dirty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Ⅴ</a:t>
              </a:r>
            </a:p>
          </p:txBody>
        </p:sp>
        <p:sp>
          <p:nvSpPr>
            <p:cNvPr id="49" name="Text Box 24"/>
            <p:cNvSpPr txBox="1">
              <a:spLocks noChangeArrowheads="1"/>
            </p:cNvSpPr>
            <p:nvPr/>
          </p:nvSpPr>
          <p:spPr bwMode="auto">
            <a:xfrm>
              <a:off x="2280879" y="2060010"/>
              <a:ext cx="4037025" cy="597113"/>
            </a:xfrm>
            <a:prstGeom prst="rect">
              <a:avLst/>
            </a:prstGeom>
            <a:noFill/>
            <a:ln w="12700" cap="sq" algn="ctr">
              <a:noFill/>
              <a:miter lim="800000"/>
              <a:headEnd type="none" w="sm" len="sm"/>
              <a:tailEnd type="none" w="sm" len="sm"/>
            </a:ln>
          </p:spPr>
          <p:txBody>
            <a:bodyPr wrap="square" lIns="96741" tIns="48370" rIns="96741" bIns="48370">
              <a:spAutoFit/>
            </a:bodyPr>
            <a:lstStyle/>
            <a:p>
              <a:pPr defTabSz="968375">
                <a:spcBef>
                  <a:spcPct val="50000"/>
                </a:spcBef>
              </a:pPr>
              <a:r>
                <a:rPr lang="en-US" altLang="ko-KR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  AEO MRA </a:t>
              </a:r>
              <a:r>
                <a:rPr lang="ko-KR" altLang="en-US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현황</a:t>
              </a:r>
              <a:endParaRPr lang="ko-KR" altLang="en-US" sz="2400" dirty="0">
                <a:solidFill>
                  <a:srgbClr val="000066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1595418" y="5845922"/>
            <a:ext cx="5334036" cy="726350"/>
            <a:chOff x="1595418" y="1916832"/>
            <a:chExt cx="5905522" cy="928688"/>
          </a:xfrm>
        </p:grpSpPr>
        <p:pic>
          <p:nvPicPr>
            <p:cNvPr id="51" name="Picture 20" descr="그림자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95418" y="1916832"/>
              <a:ext cx="5905522" cy="928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" name="AutoShape 21"/>
            <p:cNvSpPr>
              <a:spLocks noChangeArrowheads="1"/>
            </p:cNvSpPr>
            <p:nvPr/>
          </p:nvSpPr>
          <p:spPr bwMode="auto">
            <a:xfrm>
              <a:off x="1758929" y="2062882"/>
              <a:ext cx="5442921" cy="62071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5400000" scaled="1"/>
            </a:gra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38087" tIns="48370" rIns="96741" bIns="48370" anchor="ctr"/>
            <a:lstStyle/>
            <a:p>
              <a:pPr defTabSz="968375">
                <a:spcBef>
                  <a:spcPct val="20000"/>
                </a:spcBef>
              </a:pPr>
              <a:endParaRPr lang="ko-KR" altLang="ko-KR" sz="2300">
                <a:solidFill>
                  <a:srgbClr val="003399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pic>
          <p:nvPicPr>
            <p:cNvPr id="53" name="Picture 22" descr="0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73097" y="2000175"/>
              <a:ext cx="787525" cy="784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" name="AutoShape 23"/>
            <p:cNvSpPr>
              <a:spLocks noChangeArrowheads="1"/>
            </p:cNvSpPr>
            <p:nvPr/>
          </p:nvSpPr>
          <p:spPr bwMode="auto">
            <a:xfrm>
              <a:off x="1726387" y="2075578"/>
              <a:ext cx="668203" cy="523875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 lIns="96741" tIns="48370" rIns="96741" bIns="48370" anchor="ctr"/>
            <a:lstStyle/>
            <a:p>
              <a:pPr algn="ctr" defTabSz="968375">
                <a:defRPr/>
              </a:pPr>
              <a:r>
                <a:rPr lang="en-US" altLang="ko-KR" sz="3000" b="1" dirty="0" smtClean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Ⅶ</a:t>
              </a:r>
              <a:endParaRPr lang="en-US" altLang="ko-KR" sz="3000" b="1" dirty="0">
                <a:solidFill>
                  <a:schemeClr val="bg1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  <p:sp>
          <p:nvSpPr>
            <p:cNvPr id="55" name="Text Box 24"/>
            <p:cNvSpPr txBox="1">
              <a:spLocks noChangeArrowheads="1"/>
            </p:cNvSpPr>
            <p:nvPr/>
          </p:nvSpPr>
          <p:spPr bwMode="auto">
            <a:xfrm>
              <a:off x="2280879" y="2060010"/>
              <a:ext cx="4037025" cy="597113"/>
            </a:xfrm>
            <a:prstGeom prst="rect">
              <a:avLst/>
            </a:prstGeom>
            <a:noFill/>
            <a:ln w="12700" cap="sq" algn="ctr">
              <a:noFill/>
              <a:miter lim="800000"/>
              <a:headEnd type="none" w="sm" len="sm"/>
              <a:tailEnd type="none" w="sm" len="sm"/>
            </a:ln>
          </p:spPr>
          <p:txBody>
            <a:bodyPr wrap="square" lIns="96741" tIns="48370" rIns="96741" bIns="48370">
              <a:spAutoFit/>
            </a:bodyPr>
            <a:lstStyle/>
            <a:p>
              <a:pPr defTabSz="968375">
                <a:spcBef>
                  <a:spcPct val="50000"/>
                </a:spcBef>
              </a:pPr>
              <a:r>
                <a:rPr lang="en-US" altLang="ko-KR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  </a:t>
              </a:r>
              <a:r>
                <a:rPr lang="ko-KR" altLang="en-US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참고사항</a:t>
              </a:r>
              <a:endParaRPr lang="ko-KR" altLang="en-US" sz="2400" dirty="0">
                <a:solidFill>
                  <a:srgbClr val="000066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1595418" y="5060104"/>
            <a:ext cx="5334036" cy="726350"/>
            <a:chOff x="1595418" y="1916832"/>
            <a:chExt cx="5905522" cy="928688"/>
          </a:xfrm>
        </p:grpSpPr>
        <p:pic>
          <p:nvPicPr>
            <p:cNvPr id="57" name="Picture 20" descr="그림자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95418" y="1916832"/>
              <a:ext cx="5905522" cy="928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8" name="AutoShape 21"/>
            <p:cNvSpPr>
              <a:spLocks noChangeArrowheads="1"/>
            </p:cNvSpPr>
            <p:nvPr/>
          </p:nvSpPr>
          <p:spPr bwMode="auto">
            <a:xfrm>
              <a:off x="1758929" y="2062882"/>
              <a:ext cx="5442921" cy="62071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5400000" scaled="1"/>
            </a:gra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 wrap="none" lIns="38087" tIns="48370" rIns="96741" bIns="48370" anchor="ctr"/>
            <a:lstStyle/>
            <a:p>
              <a:pPr defTabSz="968375">
                <a:spcBef>
                  <a:spcPct val="20000"/>
                </a:spcBef>
              </a:pPr>
              <a:endParaRPr lang="ko-KR" altLang="ko-KR" sz="2300">
                <a:solidFill>
                  <a:srgbClr val="003399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pic>
          <p:nvPicPr>
            <p:cNvPr id="59" name="Picture 22" descr="0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73097" y="2000175"/>
              <a:ext cx="787525" cy="784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0" name="AutoShape 23"/>
            <p:cNvSpPr>
              <a:spLocks noChangeArrowheads="1"/>
            </p:cNvSpPr>
            <p:nvPr/>
          </p:nvSpPr>
          <p:spPr bwMode="auto">
            <a:xfrm>
              <a:off x="1726387" y="2075578"/>
              <a:ext cx="668203" cy="523875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 lIns="96741" tIns="48370" rIns="96741" bIns="48370" anchor="ctr"/>
            <a:lstStyle/>
            <a:p>
              <a:pPr algn="ctr" defTabSz="968375">
                <a:defRPr/>
              </a:pPr>
              <a:r>
                <a:rPr lang="en-US" altLang="ko-KR" sz="3000" b="1" dirty="0">
                  <a:solidFill>
                    <a:schemeClr val="bg1"/>
                  </a:solidFill>
                  <a:latin typeface="HY견명조" pitchFamily="18" charset="-127"/>
                  <a:ea typeface="HY견명조" pitchFamily="18" charset="-127"/>
                </a:rPr>
                <a:t>Ⅵ</a:t>
              </a:r>
            </a:p>
          </p:txBody>
        </p:sp>
        <p:sp>
          <p:nvSpPr>
            <p:cNvPr id="61" name="Text Box 24"/>
            <p:cNvSpPr txBox="1">
              <a:spLocks noChangeArrowheads="1"/>
            </p:cNvSpPr>
            <p:nvPr/>
          </p:nvSpPr>
          <p:spPr bwMode="auto">
            <a:xfrm>
              <a:off x="2280879" y="2060010"/>
              <a:ext cx="4350051" cy="597113"/>
            </a:xfrm>
            <a:prstGeom prst="rect">
              <a:avLst/>
            </a:prstGeom>
            <a:noFill/>
            <a:ln w="12700" cap="sq" algn="ctr">
              <a:noFill/>
              <a:miter lim="800000"/>
              <a:headEnd type="none" w="sm" len="sm"/>
              <a:tailEnd type="none" w="sm" len="sm"/>
            </a:ln>
          </p:spPr>
          <p:txBody>
            <a:bodyPr wrap="square" lIns="96741" tIns="48370" rIns="96741" bIns="48370">
              <a:spAutoFit/>
            </a:bodyPr>
            <a:lstStyle/>
            <a:p>
              <a:pPr defTabSz="968375">
                <a:spcBef>
                  <a:spcPct val="50000"/>
                </a:spcBef>
              </a:pPr>
              <a:r>
                <a:rPr lang="en-US" altLang="ko-KR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  </a:t>
              </a:r>
              <a:r>
                <a:rPr lang="ko-KR" altLang="en-US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국가별 </a:t>
              </a:r>
              <a:r>
                <a:rPr lang="en-US" altLang="ko-KR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AEO </a:t>
              </a:r>
              <a:r>
                <a:rPr lang="ko-KR" altLang="en-US" sz="2400" dirty="0" smtClean="0">
                  <a:solidFill>
                    <a:srgbClr val="000066"/>
                  </a:solidFill>
                  <a:latin typeface="HY견고딕" pitchFamily="18" charset="-127"/>
                  <a:ea typeface="HY견고딕" pitchFamily="18" charset="-127"/>
                </a:rPr>
                <a:t>공인 현황</a:t>
              </a:r>
              <a:endParaRPr lang="ko-KR" altLang="en-US" sz="2400" dirty="0">
                <a:solidFill>
                  <a:srgbClr val="000066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제목 308"/>
          <p:cNvSpPr>
            <a:spLocks noGrp="1"/>
          </p:cNvSpPr>
          <p:nvPr>
            <p:ph type="title"/>
          </p:nvPr>
        </p:nvSpPr>
        <p:spPr>
          <a:xfrm>
            <a:off x="829748" y="333353"/>
            <a:ext cx="5099574" cy="703282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 smtClean="0">
                <a:latin typeface="휴먼둥근헤드라인" pitchFamily="18" charset="-127"/>
                <a:ea typeface="휴먼둥근헤드라인" pitchFamily="18" charset="-127"/>
              </a:rPr>
              <a:t>Ⅰ. AEO </a:t>
            </a:r>
            <a:r>
              <a:rPr lang="ko-KR" altLang="en-US" dirty="0" smtClean="0">
                <a:latin typeface="휴먼둥근헤드라인" pitchFamily="18" charset="-127"/>
                <a:ea typeface="휴먼둥근헤드라인" pitchFamily="18" charset="-127"/>
              </a:rPr>
              <a:t>도입배경 및 개념</a:t>
            </a:r>
            <a:endParaRPr lang="ko-KR" altLang="en-US" dirty="0"/>
          </a:p>
        </p:txBody>
      </p:sp>
      <p:sp>
        <p:nvSpPr>
          <p:cNvPr id="288" name="AutoShape 75"/>
          <p:cNvSpPr>
            <a:spLocks noChangeArrowheads="1"/>
          </p:cNvSpPr>
          <p:nvPr/>
        </p:nvSpPr>
        <p:spPr bwMode="auto">
          <a:xfrm>
            <a:off x="357159" y="1214423"/>
            <a:ext cx="8318734" cy="2857520"/>
          </a:xfrm>
          <a:prstGeom prst="roundRect">
            <a:avLst>
              <a:gd name="adj" fmla="val 3602"/>
            </a:avLst>
          </a:prstGeom>
          <a:solidFill>
            <a:schemeClr val="bg1"/>
          </a:solidFill>
          <a:ln w="9525" algn="ctr">
            <a:solidFill>
              <a:srgbClr val="365E8E"/>
            </a:solidFill>
            <a:prstDash val="sysDash"/>
            <a:round/>
            <a:headEnd/>
            <a:tailEnd/>
          </a:ln>
        </p:spPr>
        <p:txBody>
          <a:bodyPr wrap="none" anchor="ctr"/>
          <a:lstStyle/>
          <a:p>
            <a:pPr algn="l"/>
            <a:endParaRPr lang="ko-KR" altLang="en-US" b="0"/>
          </a:p>
        </p:txBody>
      </p:sp>
      <p:sp>
        <p:nvSpPr>
          <p:cNvPr id="289" name="모서리가 둥근 직사각형 288"/>
          <p:cNvSpPr/>
          <p:nvPr/>
        </p:nvSpPr>
        <p:spPr>
          <a:xfrm>
            <a:off x="357158" y="1225419"/>
            <a:ext cx="4079892" cy="45786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290" name="모서리가 둥근 직사각형 289"/>
          <p:cNvSpPr/>
          <p:nvPr/>
        </p:nvSpPr>
        <p:spPr>
          <a:xfrm>
            <a:off x="4596001" y="1223947"/>
            <a:ext cx="4079892" cy="45786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chemeClr val="bg1"/>
              </a:solidFill>
            </a:endParaRPr>
          </a:p>
        </p:txBody>
      </p:sp>
      <p:pic>
        <p:nvPicPr>
          <p:cNvPr id="291" name="그림 26" descr="911_5.bmp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0201" y="1815163"/>
            <a:ext cx="4018409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2" name="Picture 95" descr="가로3개박스4_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61052" y="2172353"/>
            <a:ext cx="592138" cy="1716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93" name="그룹 292"/>
          <p:cNvGrpSpPr/>
          <p:nvPr/>
        </p:nvGrpSpPr>
        <p:grpSpPr>
          <a:xfrm>
            <a:off x="4957180" y="1958039"/>
            <a:ext cx="3483764" cy="2014130"/>
            <a:chOff x="5076056" y="2123942"/>
            <a:chExt cx="3483764" cy="2191550"/>
          </a:xfrm>
        </p:grpSpPr>
        <p:grpSp>
          <p:nvGrpSpPr>
            <p:cNvPr id="296" name="그룹 1"/>
            <p:cNvGrpSpPr/>
            <p:nvPr/>
          </p:nvGrpSpPr>
          <p:grpSpPr>
            <a:xfrm>
              <a:off x="5076056" y="2123942"/>
              <a:ext cx="3379776" cy="649884"/>
              <a:chOff x="5394999" y="2092989"/>
              <a:chExt cx="3379776" cy="649884"/>
            </a:xfrm>
          </p:grpSpPr>
          <p:sp>
            <p:nvSpPr>
              <p:cNvPr id="346" name="Freeform 7"/>
              <p:cNvSpPr>
                <a:spLocks/>
              </p:cNvSpPr>
              <p:nvPr/>
            </p:nvSpPr>
            <p:spPr bwMode="auto">
              <a:xfrm rot="10800000">
                <a:off x="6689431" y="2092990"/>
                <a:ext cx="2085344" cy="649883"/>
              </a:xfrm>
              <a:custGeom>
                <a:avLst/>
                <a:gdLst/>
                <a:ahLst/>
                <a:cxnLst>
                  <a:cxn ang="0">
                    <a:pos x="252" y="0"/>
                  </a:cxn>
                  <a:cxn ang="0">
                    <a:pos x="1868" y="0"/>
                  </a:cxn>
                  <a:cxn ang="0">
                    <a:pos x="2446" y="0"/>
                  </a:cxn>
                  <a:cxn ang="0">
                    <a:pos x="2462" y="4"/>
                  </a:cxn>
                  <a:cxn ang="0">
                    <a:pos x="2474" y="12"/>
                  </a:cxn>
                  <a:cxn ang="0">
                    <a:pos x="2484" y="24"/>
                  </a:cxn>
                  <a:cxn ang="0">
                    <a:pos x="2486" y="40"/>
                  </a:cxn>
                  <a:cxn ang="0">
                    <a:pos x="2486" y="488"/>
                  </a:cxn>
                  <a:cxn ang="0">
                    <a:pos x="2484" y="504"/>
                  </a:cxn>
                  <a:cxn ang="0">
                    <a:pos x="2474" y="516"/>
                  </a:cxn>
                  <a:cxn ang="0">
                    <a:pos x="2462" y="524"/>
                  </a:cxn>
                  <a:cxn ang="0">
                    <a:pos x="2446" y="528"/>
                  </a:cxn>
                  <a:cxn ang="0">
                    <a:pos x="1364" y="528"/>
                  </a:cxn>
                  <a:cxn ang="0">
                    <a:pos x="278" y="528"/>
                  </a:cxn>
                  <a:cxn ang="0">
                    <a:pos x="264" y="528"/>
                  </a:cxn>
                  <a:cxn ang="0">
                    <a:pos x="210" y="522"/>
                  </a:cxn>
                  <a:cxn ang="0">
                    <a:pos x="160" y="508"/>
                  </a:cxn>
                  <a:cxn ang="0">
                    <a:pos x="116" y="484"/>
                  </a:cxn>
                  <a:cxn ang="0">
                    <a:pos x="76" y="450"/>
                  </a:cxn>
                  <a:cxn ang="0">
                    <a:pos x="44" y="412"/>
                  </a:cxn>
                  <a:cxn ang="0">
                    <a:pos x="20" y="368"/>
                  </a:cxn>
                  <a:cxn ang="0">
                    <a:pos x="4" y="318"/>
                  </a:cxn>
                  <a:cxn ang="0">
                    <a:pos x="0" y="264"/>
                  </a:cxn>
                  <a:cxn ang="0">
                    <a:pos x="0" y="238"/>
                  </a:cxn>
                  <a:cxn ang="0">
                    <a:pos x="10" y="188"/>
                  </a:cxn>
                  <a:cxn ang="0">
                    <a:pos x="30" y="142"/>
                  </a:cxn>
                  <a:cxn ang="0">
                    <a:pos x="56" y="100"/>
                  </a:cxn>
                  <a:cxn ang="0">
                    <a:pos x="90" y="64"/>
                  </a:cxn>
                  <a:cxn ang="0">
                    <a:pos x="132" y="36"/>
                  </a:cxn>
                  <a:cxn ang="0">
                    <a:pos x="176" y="14"/>
                  </a:cxn>
                  <a:cxn ang="0">
                    <a:pos x="226" y="2"/>
                  </a:cxn>
                  <a:cxn ang="0">
                    <a:pos x="252" y="0"/>
                  </a:cxn>
                </a:cxnLst>
                <a:rect l="0" t="0" r="r" b="b"/>
                <a:pathLst>
                  <a:path w="2486" h="528">
                    <a:moveTo>
                      <a:pt x="252" y="0"/>
                    </a:moveTo>
                    <a:lnTo>
                      <a:pt x="252" y="0"/>
                    </a:lnTo>
                    <a:lnTo>
                      <a:pt x="1478" y="0"/>
                    </a:lnTo>
                    <a:lnTo>
                      <a:pt x="1868" y="0"/>
                    </a:lnTo>
                    <a:lnTo>
                      <a:pt x="2446" y="0"/>
                    </a:lnTo>
                    <a:lnTo>
                      <a:pt x="2446" y="0"/>
                    </a:lnTo>
                    <a:lnTo>
                      <a:pt x="2454" y="0"/>
                    </a:lnTo>
                    <a:lnTo>
                      <a:pt x="2462" y="4"/>
                    </a:lnTo>
                    <a:lnTo>
                      <a:pt x="2470" y="8"/>
                    </a:lnTo>
                    <a:lnTo>
                      <a:pt x="2474" y="12"/>
                    </a:lnTo>
                    <a:lnTo>
                      <a:pt x="2480" y="18"/>
                    </a:lnTo>
                    <a:lnTo>
                      <a:pt x="2484" y="24"/>
                    </a:lnTo>
                    <a:lnTo>
                      <a:pt x="2486" y="32"/>
                    </a:lnTo>
                    <a:lnTo>
                      <a:pt x="2486" y="40"/>
                    </a:lnTo>
                    <a:lnTo>
                      <a:pt x="2486" y="488"/>
                    </a:lnTo>
                    <a:lnTo>
                      <a:pt x="2486" y="488"/>
                    </a:lnTo>
                    <a:lnTo>
                      <a:pt x="2486" y="496"/>
                    </a:lnTo>
                    <a:lnTo>
                      <a:pt x="2484" y="504"/>
                    </a:lnTo>
                    <a:lnTo>
                      <a:pt x="2480" y="510"/>
                    </a:lnTo>
                    <a:lnTo>
                      <a:pt x="2474" y="516"/>
                    </a:lnTo>
                    <a:lnTo>
                      <a:pt x="2470" y="522"/>
                    </a:lnTo>
                    <a:lnTo>
                      <a:pt x="2462" y="524"/>
                    </a:lnTo>
                    <a:lnTo>
                      <a:pt x="2454" y="528"/>
                    </a:lnTo>
                    <a:lnTo>
                      <a:pt x="2446" y="528"/>
                    </a:lnTo>
                    <a:lnTo>
                      <a:pt x="1722" y="528"/>
                    </a:lnTo>
                    <a:lnTo>
                      <a:pt x="1364" y="528"/>
                    </a:lnTo>
                    <a:lnTo>
                      <a:pt x="278" y="528"/>
                    </a:lnTo>
                    <a:lnTo>
                      <a:pt x="278" y="528"/>
                    </a:lnTo>
                    <a:lnTo>
                      <a:pt x="264" y="528"/>
                    </a:lnTo>
                    <a:lnTo>
                      <a:pt x="264" y="528"/>
                    </a:lnTo>
                    <a:lnTo>
                      <a:pt x="236" y="526"/>
                    </a:lnTo>
                    <a:lnTo>
                      <a:pt x="210" y="522"/>
                    </a:lnTo>
                    <a:lnTo>
                      <a:pt x="186" y="516"/>
                    </a:lnTo>
                    <a:lnTo>
                      <a:pt x="160" y="508"/>
                    </a:lnTo>
                    <a:lnTo>
                      <a:pt x="138" y="496"/>
                    </a:lnTo>
                    <a:lnTo>
                      <a:pt x="116" y="484"/>
                    </a:lnTo>
                    <a:lnTo>
                      <a:pt x="96" y="468"/>
                    </a:lnTo>
                    <a:lnTo>
                      <a:pt x="76" y="450"/>
                    </a:lnTo>
                    <a:lnTo>
                      <a:pt x="60" y="432"/>
                    </a:lnTo>
                    <a:lnTo>
                      <a:pt x="44" y="412"/>
                    </a:lnTo>
                    <a:lnTo>
                      <a:pt x="32" y="390"/>
                    </a:lnTo>
                    <a:lnTo>
                      <a:pt x="20" y="368"/>
                    </a:lnTo>
                    <a:lnTo>
                      <a:pt x="12" y="342"/>
                    </a:lnTo>
                    <a:lnTo>
                      <a:pt x="4" y="318"/>
                    </a:lnTo>
                    <a:lnTo>
                      <a:pt x="0" y="292"/>
                    </a:lnTo>
                    <a:lnTo>
                      <a:pt x="0" y="264"/>
                    </a:lnTo>
                    <a:lnTo>
                      <a:pt x="0" y="264"/>
                    </a:lnTo>
                    <a:lnTo>
                      <a:pt x="0" y="238"/>
                    </a:lnTo>
                    <a:lnTo>
                      <a:pt x="4" y="212"/>
                    </a:lnTo>
                    <a:lnTo>
                      <a:pt x="10" y="188"/>
                    </a:lnTo>
                    <a:lnTo>
                      <a:pt x="20" y="164"/>
                    </a:lnTo>
                    <a:lnTo>
                      <a:pt x="30" y="142"/>
                    </a:lnTo>
                    <a:lnTo>
                      <a:pt x="42" y="120"/>
                    </a:lnTo>
                    <a:lnTo>
                      <a:pt x="56" y="100"/>
                    </a:lnTo>
                    <a:lnTo>
                      <a:pt x="72" y="82"/>
                    </a:lnTo>
                    <a:lnTo>
                      <a:pt x="90" y="64"/>
                    </a:lnTo>
                    <a:lnTo>
                      <a:pt x="110" y="50"/>
                    </a:lnTo>
                    <a:lnTo>
                      <a:pt x="132" y="36"/>
                    </a:lnTo>
                    <a:lnTo>
                      <a:pt x="154" y="24"/>
                    </a:lnTo>
                    <a:lnTo>
                      <a:pt x="176" y="14"/>
                    </a:lnTo>
                    <a:lnTo>
                      <a:pt x="200" y="8"/>
                    </a:lnTo>
                    <a:lnTo>
                      <a:pt x="226" y="2"/>
                    </a:lnTo>
                    <a:lnTo>
                      <a:pt x="252" y="0"/>
                    </a:lnTo>
                    <a:lnTo>
                      <a:pt x="252" y="0"/>
                    </a:lnTo>
                    <a:close/>
                  </a:path>
                </a:pathLst>
              </a:custGeom>
              <a:solidFill>
                <a:srgbClr val="779DCB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kumimoji="0" lang="ko-KR" altLang="en-US">
                  <a:latin typeface="+mn-lt"/>
                  <a:ea typeface="+mn-ea"/>
                </a:endParaRPr>
              </a:p>
            </p:txBody>
          </p:sp>
          <p:sp>
            <p:nvSpPr>
              <p:cNvPr id="347" name="모서리가 둥근 직사각형 346"/>
              <p:cNvSpPr/>
              <p:nvPr/>
            </p:nvSpPr>
            <p:spPr bwMode="auto">
              <a:xfrm rot="10800000">
                <a:off x="5394999" y="2092989"/>
                <a:ext cx="1201084" cy="649883"/>
              </a:xfrm>
              <a:prstGeom prst="roundRect">
                <a:avLst>
                  <a:gd name="adj" fmla="val 7978"/>
                </a:avLst>
              </a:prstGeom>
              <a:solidFill>
                <a:srgbClr val="779DCB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kumimoji="0" lang="ko-KR" altLang="en-US">
                  <a:latin typeface="+mn-lt"/>
                  <a:ea typeface="+mn-ea"/>
                </a:endParaRPr>
              </a:p>
            </p:txBody>
          </p:sp>
          <p:sp>
            <p:nvSpPr>
              <p:cNvPr id="349" name="Freeform 8"/>
              <p:cNvSpPr>
                <a:spLocks/>
              </p:cNvSpPr>
              <p:nvPr/>
            </p:nvSpPr>
            <p:spPr bwMode="auto">
              <a:xfrm rot="10800000">
                <a:off x="6796389" y="2183666"/>
                <a:ext cx="1861836" cy="496305"/>
              </a:xfrm>
              <a:custGeom>
                <a:avLst/>
                <a:gdLst>
                  <a:gd name="T0" fmla="*/ 202 w 1990"/>
                  <a:gd name="T1" fmla="*/ 0 h 422"/>
                  <a:gd name="T2" fmla="*/ 202 w 1990"/>
                  <a:gd name="T3" fmla="*/ 0 h 422"/>
                  <a:gd name="T4" fmla="*/ 1182 w 1990"/>
                  <a:gd name="T5" fmla="*/ 0 h 422"/>
                  <a:gd name="T6" fmla="*/ 1494 w 1990"/>
                  <a:gd name="T7" fmla="*/ 0 h 422"/>
                  <a:gd name="T8" fmla="*/ 1958 w 1990"/>
                  <a:gd name="T9" fmla="*/ 0 h 422"/>
                  <a:gd name="T10" fmla="*/ 1958 w 1990"/>
                  <a:gd name="T11" fmla="*/ 0 h 422"/>
                  <a:gd name="T12" fmla="*/ 1964 w 1990"/>
                  <a:gd name="T13" fmla="*/ 0 h 422"/>
                  <a:gd name="T14" fmla="*/ 1970 w 1990"/>
                  <a:gd name="T15" fmla="*/ 2 h 422"/>
                  <a:gd name="T16" fmla="*/ 1980 w 1990"/>
                  <a:gd name="T17" fmla="*/ 10 h 422"/>
                  <a:gd name="T18" fmla="*/ 1986 w 1990"/>
                  <a:gd name="T19" fmla="*/ 20 h 422"/>
                  <a:gd name="T20" fmla="*/ 1988 w 1990"/>
                  <a:gd name="T21" fmla="*/ 26 h 422"/>
                  <a:gd name="T22" fmla="*/ 1990 w 1990"/>
                  <a:gd name="T23" fmla="*/ 32 h 422"/>
                  <a:gd name="T24" fmla="*/ 1990 w 1990"/>
                  <a:gd name="T25" fmla="*/ 390 h 422"/>
                  <a:gd name="T26" fmla="*/ 1990 w 1990"/>
                  <a:gd name="T27" fmla="*/ 390 h 422"/>
                  <a:gd name="T28" fmla="*/ 1988 w 1990"/>
                  <a:gd name="T29" fmla="*/ 396 h 422"/>
                  <a:gd name="T30" fmla="*/ 1986 w 1990"/>
                  <a:gd name="T31" fmla="*/ 402 h 422"/>
                  <a:gd name="T32" fmla="*/ 1980 w 1990"/>
                  <a:gd name="T33" fmla="*/ 412 h 422"/>
                  <a:gd name="T34" fmla="*/ 1970 w 1990"/>
                  <a:gd name="T35" fmla="*/ 420 h 422"/>
                  <a:gd name="T36" fmla="*/ 1964 w 1990"/>
                  <a:gd name="T37" fmla="*/ 422 h 422"/>
                  <a:gd name="T38" fmla="*/ 1958 w 1990"/>
                  <a:gd name="T39" fmla="*/ 422 h 422"/>
                  <a:gd name="T40" fmla="*/ 1378 w 1990"/>
                  <a:gd name="T41" fmla="*/ 422 h 422"/>
                  <a:gd name="T42" fmla="*/ 1090 w 1990"/>
                  <a:gd name="T43" fmla="*/ 422 h 422"/>
                  <a:gd name="T44" fmla="*/ 222 w 1990"/>
                  <a:gd name="T45" fmla="*/ 422 h 422"/>
                  <a:gd name="T46" fmla="*/ 222 w 1990"/>
                  <a:gd name="T47" fmla="*/ 422 h 422"/>
                  <a:gd name="T48" fmla="*/ 210 w 1990"/>
                  <a:gd name="T49" fmla="*/ 422 h 422"/>
                  <a:gd name="T50" fmla="*/ 210 w 1990"/>
                  <a:gd name="T51" fmla="*/ 422 h 422"/>
                  <a:gd name="T52" fmla="*/ 190 w 1990"/>
                  <a:gd name="T53" fmla="*/ 422 h 422"/>
                  <a:gd name="T54" fmla="*/ 168 w 1990"/>
                  <a:gd name="T55" fmla="*/ 418 h 422"/>
                  <a:gd name="T56" fmla="*/ 148 w 1990"/>
                  <a:gd name="T57" fmla="*/ 412 h 422"/>
                  <a:gd name="T58" fmla="*/ 128 w 1990"/>
                  <a:gd name="T59" fmla="*/ 406 h 422"/>
                  <a:gd name="T60" fmla="*/ 110 w 1990"/>
                  <a:gd name="T61" fmla="*/ 396 h 422"/>
                  <a:gd name="T62" fmla="*/ 92 w 1990"/>
                  <a:gd name="T63" fmla="*/ 386 h 422"/>
                  <a:gd name="T64" fmla="*/ 76 w 1990"/>
                  <a:gd name="T65" fmla="*/ 374 h 422"/>
                  <a:gd name="T66" fmla="*/ 62 w 1990"/>
                  <a:gd name="T67" fmla="*/ 360 h 422"/>
                  <a:gd name="T68" fmla="*/ 48 w 1990"/>
                  <a:gd name="T69" fmla="*/ 346 h 422"/>
                  <a:gd name="T70" fmla="*/ 36 w 1990"/>
                  <a:gd name="T71" fmla="*/ 330 h 422"/>
                  <a:gd name="T72" fmla="*/ 26 w 1990"/>
                  <a:gd name="T73" fmla="*/ 312 h 422"/>
                  <a:gd name="T74" fmla="*/ 16 w 1990"/>
                  <a:gd name="T75" fmla="*/ 294 h 422"/>
                  <a:gd name="T76" fmla="*/ 10 w 1990"/>
                  <a:gd name="T77" fmla="*/ 274 h 422"/>
                  <a:gd name="T78" fmla="*/ 4 w 1990"/>
                  <a:gd name="T79" fmla="*/ 254 h 422"/>
                  <a:gd name="T80" fmla="*/ 0 w 1990"/>
                  <a:gd name="T81" fmla="*/ 232 h 422"/>
                  <a:gd name="T82" fmla="*/ 0 w 1990"/>
                  <a:gd name="T83" fmla="*/ 212 h 422"/>
                  <a:gd name="T84" fmla="*/ 0 w 1990"/>
                  <a:gd name="T85" fmla="*/ 212 h 422"/>
                  <a:gd name="T86" fmla="*/ 0 w 1990"/>
                  <a:gd name="T87" fmla="*/ 190 h 422"/>
                  <a:gd name="T88" fmla="*/ 4 w 1990"/>
                  <a:gd name="T89" fmla="*/ 170 h 422"/>
                  <a:gd name="T90" fmla="*/ 8 w 1990"/>
                  <a:gd name="T91" fmla="*/ 150 h 422"/>
                  <a:gd name="T92" fmla="*/ 16 w 1990"/>
                  <a:gd name="T93" fmla="*/ 132 h 422"/>
                  <a:gd name="T94" fmla="*/ 24 w 1990"/>
                  <a:gd name="T95" fmla="*/ 112 h 422"/>
                  <a:gd name="T96" fmla="*/ 34 w 1990"/>
                  <a:gd name="T97" fmla="*/ 96 h 422"/>
                  <a:gd name="T98" fmla="*/ 46 w 1990"/>
                  <a:gd name="T99" fmla="*/ 80 h 422"/>
                  <a:gd name="T100" fmla="*/ 58 w 1990"/>
                  <a:gd name="T101" fmla="*/ 64 h 422"/>
                  <a:gd name="T102" fmla="*/ 72 w 1990"/>
                  <a:gd name="T103" fmla="*/ 52 h 422"/>
                  <a:gd name="T104" fmla="*/ 88 w 1990"/>
                  <a:gd name="T105" fmla="*/ 40 h 422"/>
                  <a:gd name="T106" fmla="*/ 104 w 1990"/>
                  <a:gd name="T107" fmla="*/ 28 h 422"/>
                  <a:gd name="T108" fmla="*/ 122 w 1990"/>
                  <a:gd name="T109" fmla="*/ 20 h 422"/>
                  <a:gd name="T110" fmla="*/ 140 w 1990"/>
                  <a:gd name="T111" fmla="*/ 12 h 422"/>
                  <a:gd name="T112" fmla="*/ 160 w 1990"/>
                  <a:gd name="T113" fmla="*/ 6 h 422"/>
                  <a:gd name="T114" fmla="*/ 180 w 1990"/>
                  <a:gd name="T115" fmla="*/ 2 h 422"/>
                  <a:gd name="T116" fmla="*/ 202 w 1990"/>
                  <a:gd name="T117" fmla="*/ 0 h 422"/>
                  <a:gd name="T118" fmla="*/ 202 w 1990"/>
                  <a:gd name="T119" fmla="*/ 0 h 422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1990"/>
                  <a:gd name="T181" fmla="*/ 0 h 422"/>
                  <a:gd name="T182" fmla="*/ 1990 w 1990"/>
                  <a:gd name="T183" fmla="*/ 422 h 422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1990" h="422">
                    <a:moveTo>
                      <a:pt x="202" y="0"/>
                    </a:moveTo>
                    <a:lnTo>
                      <a:pt x="202" y="0"/>
                    </a:lnTo>
                    <a:lnTo>
                      <a:pt x="1182" y="0"/>
                    </a:lnTo>
                    <a:lnTo>
                      <a:pt x="1494" y="0"/>
                    </a:lnTo>
                    <a:lnTo>
                      <a:pt x="1958" y="0"/>
                    </a:lnTo>
                    <a:lnTo>
                      <a:pt x="1964" y="0"/>
                    </a:lnTo>
                    <a:lnTo>
                      <a:pt x="1970" y="2"/>
                    </a:lnTo>
                    <a:lnTo>
                      <a:pt x="1980" y="10"/>
                    </a:lnTo>
                    <a:lnTo>
                      <a:pt x="1986" y="20"/>
                    </a:lnTo>
                    <a:lnTo>
                      <a:pt x="1988" y="26"/>
                    </a:lnTo>
                    <a:lnTo>
                      <a:pt x="1990" y="32"/>
                    </a:lnTo>
                    <a:lnTo>
                      <a:pt x="1990" y="390"/>
                    </a:lnTo>
                    <a:lnTo>
                      <a:pt x="1988" y="396"/>
                    </a:lnTo>
                    <a:lnTo>
                      <a:pt x="1986" y="402"/>
                    </a:lnTo>
                    <a:lnTo>
                      <a:pt x="1980" y="412"/>
                    </a:lnTo>
                    <a:lnTo>
                      <a:pt x="1970" y="420"/>
                    </a:lnTo>
                    <a:lnTo>
                      <a:pt x="1964" y="422"/>
                    </a:lnTo>
                    <a:lnTo>
                      <a:pt x="1958" y="422"/>
                    </a:lnTo>
                    <a:lnTo>
                      <a:pt x="1378" y="422"/>
                    </a:lnTo>
                    <a:lnTo>
                      <a:pt x="1090" y="422"/>
                    </a:lnTo>
                    <a:lnTo>
                      <a:pt x="222" y="422"/>
                    </a:lnTo>
                    <a:lnTo>
                      <a:pt x="210" y="422"/>
                    </a:lnTo>
                    <a:lnTo>
                      <a:pt x="190" y="422"/>
                    </a:lnTo>
                    <a:lnTo>
                      <a:pt x="168" y="418"/>
                    </a:lnTo>
                    <a:lnTo>
                      <a:pt x="148" y="412"/>
                    </a:lnTo>
                    <a:lnTo>
                      <a:pt x="128" y="406"/>
                    </a:lnTo>
                    <a:lnTo>
                      <a:pt x="110" y="396"/>
                    </a:lnTo>
                    <a:lnTo>
                      <a:pt x="92" y="386"/>
                    </a:lnTo>
                    <a:lnTo>
                      <a:pt x="76" y="374"/>
                    </a:lnTo>
                    <a:lnTo>
                      <a:pt x="62" y="360"/>
                    </a:lnTo>
                    <a:lnTo>
                      <a:pt x="48" y="346"/>
                    </a:lnTo>
                    <a:lnTo>
                      <a:pt x="36" y="330"/>
                    </a:lnTo>
                    <a:lnTo>
                      <a:pt x="26" y="312"/>
                    </a:lnTo>
                    <a:lnTo>
                      <a:pt x="16" y="294"/>
                    </a:lnTo>
                    <a:lnTo>
                      <a:pt x="10" y="274"/>
                    </a:lnTo>
                    <a:lnTo>
                      <a:pt x="4" y="254"/>
                    </a:lnTo>
                    <a:lnTo>
                      <a:pt x="0" y="232"/>
                    </a:lnTo>
                    <a:lnTo>
                      <a:pt x="0" y="212"/>
                    </a:lnTo>
                    <a:lnTo>
                      <a:pt x="0" y="190"/>
                    </a:lnTo>
                    <a:lnTo>
                      <a:pt x="4" y="170"/>
                    </a:lnTo>
                    <a:lnTo>
                      <a:pt x="8" y="150"/>
                    </a:lnTo>
                    <a:lnTo>
                      <a:pt x="16" y="132"/>
                    </a:lnTo>
                    <a:lnTo>
                      <a:pt x="24" y="112"/>
                    </a:lnTo>
                    <a:lnTo>
                      <a:pt x="34" y="96"/>
                    </a:lnTo>
                    <a:lnTo>
                      <a:pt x="46" y="80"/>
                    </a:lnTo>
                    <a:lnTo>
                      <a:pt x="58" y="64"/>
                    </a:lnTo>
                    <a:lnTo>
                      <a:pt x="72" y="52"/>
                    </a:lnTo>
                    <a:lnTo>
                      <a:pt x="88" y="40"/>
                    </a:lnTo>
                    <a:lnTo>
                      <a:pt x="104" y="28"/>
                    </a:lnTo>
                    <a:lnTo>
                      <a:pt x="122" y="20"/>
                    </a:lnTo>
                    <a:lnTo>
                      <a:pt x="140" y="12"/>
                    </a:lnTo>
                    <a:lnTo>
                      <a:pt x="160" y="6"/>
                    </a:lnTo>
                    <a:lnTo>
                      <a:pt x="180" y="2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pic>
            <p:nvPicPr>
              <p:cNvPr id="351" name="Picture 95" descr="\\Samba2\06_문서디자인\조은선\34\34_다이어그램 소스\고리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 rot="16200000">
                <a:off x="6580738" y="2032716"/>
                <a:ext cx="217384" cy="564311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53" name="Picture 95" descr="\\Samba2\06_문서디자인\조은선\34\34_다이어그램 소스\고리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 rot="16200000">
                <a:off x="6580738" y="2237887"/>
                <a:ext cx="217384" cy="564311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299" name="그룹 66"/>
            <p:cNvGrpSpPr/>
            <p:nvPr/>
          </p:nvGrpSpPr>
          <p:grpSpPr>
            <a:xfrm>
              <a:off x="5076056" y="2894775"/>
              <a:ext cx="3379776" cy="649884"/>
              <a:chOff x="5394999" y="2092989"/>
              <a:chExt cx="3379776" cy="649884"/>
            </a:xfrm>
          </p:grpSpPr>
          <p:sp>
            <p:nvSpPr>
              <p:cNvPr id="338" name="Freeform 7"/>
              <p:cNvSpPr>
                <a:spLocks/>
              </p:cNvSpPr>
              <p:nvPr/>
            </p:nvSpPr>
            <p:spPr bwMode="auto">
              <a:xfrm rot="10800000">
                <a:off x="6689431" y="2092990"/>
                <a:ext cx="2085344" cy="649883"/>
              </a:xfrm>
              <a:custGeom>
                <a:avLst/>
                <a:gdLst/>
                <a:ahLst/>
                <a:cxnLst>
                  <a:cxn ang="0">
                    <a:pos x="252" y="0"/>
                  </a:cxn>
                  <a:cxn ang="0">
                    <a:pos x="1868" y="0"/>
                  </a:cxn>
                  <a:cxn ang="0">
                    <a:pos x="2446" y="0"/>
                  </a:cxn>
                  <a:cxn ang="0">
                    <a:pos x="2462" y="4"/>
                  </a:cxn>
                  <a:cxn ang="0">
                    <a:pos x="2474" y="12"/>
                  </a:cxn>
                  <a:cxn ang="0">
                    <a:pos x="2484" y="24"/>
                  </a:cxn>
                  <a:cxn ang="0">
                    <a:pos x="2486" y="40"/>
                  </a:cxn>
                  <a:cxn ang="0">
                    <a:pos x="2486" y="488"/>
                  </a:cxn>
                  <a:cxn ang="0">
                    <a:pos x="2484" y="504"/>
                  </a:cxn>
                  <a:cxn ang="0">
                    <a:pos x="2474" y="516"/>
                  </a:cxn>
                  <a:cxn ang="0">
                    <a:pos x="2462" y="524"/>
                  </a:cxn>
                  <a:cxn ang="0">
                    <a:pos x="2446" y="528"/>
                  </a:cxn>
                  <a:cxn ang="0">
                    <a:pos x="1364" y="528"/>
                  </a:cxn>
                  <a:cxn ang="0">
                    <a:pos x="278" y="528"/>
                  </a:cxn>
                  <a:cxn ang="0">
                    <a:pos x="264" y="528"/>
                  </a:cxn>
                  <a:cxn ang="0">
                    <a:pos x="210" y="522"/>
                  </a:cxn>
                  <a:cxn ang="0">
                    <a:pos x="160" y="508"/>
                  </a:cxn>
                  <a:cxn ang="0">
                    <a:pos x="116" y="484"/>
                  </a:cxn>
                  <a:cxn ang="0">
                    <a:pos x="76" y="450"/>
                  </a:cxn>
                  <a:cxn ang="0">
                    <a:pos x="44" y="412"/>
                  </a:cxn>
                  <a:cxn ang="0">
                    <a:pos x="20" y="368"/>
                  </a:cxn>
                  <a:cxn ang="0">
                    <a:pos x="4" y="318"/>
                  </a:cxn>
                  <a:cxn ang="0">
                    <a:pos x="0" y="264"/>
                  </a:cxn>
                  <a:cxn ang="0">
                    <a:pos x="0" y="238"/>
                  </a:cxn>
                  <a:cxn ang="0">
                    <a:pos x="10" y="188"/>
                  </a:cxn>
                  <a:cxn ang="0">
                    <a:pos x="30" y="142"/>
                  </a:cxn>
                  <a:cxn ang="0">
                    <a:pos x="56" y="100"/>
                  </a:cxn>
                  <a:cxn ang="0">
                    <a:pos x="90" y="64"/>
                  </a:cxn>
                  <a:cxn ang="0">
                    <a:pos x="132" y="36"/>
                  </a:cxn>
                  <a:cxn ang="0">
                    <a:pos x="176" y="14"/>
                  </a:cxn>
                  <a:cxn ang="0">
                    <a:pos x="226" y="2"/>
                  </a:cxn>
                  <a:cxn ang="0">
                    <a:pos x="252" y="0"/>
                  </a:cxn>
                </a:cxnLst>
                <a:rect l="0" t="0" r="r" b="b"/>
                <a:pathLst>
                  <a:path w="2486" h="528">
                    <a:moveTo>
                      <a:pt x="252" y="0"/>
                    </a:moveTo>
                    <a:lnTo>
                      <a:pt x="252" y="0"/>
                    </a:lnTo>
                    <a:lnTo>
                      <a:pt x="1478" y="0"/>
                    </a:lnTo>
                    <a:lnTo>
                      <a:pt x="1868" y="0"/>
                    </a:lnTo>
                    <a:lnTo>
                      <a:pt x="2446" y="0"/>
                    </a:lnTo>
                    <a:lnTo>
                      <a:pt x="2446" y="0"/>
                    </a:lnTo>
                    <a:lnTo>
                      <a:pt x="2454" y="0"/>
                    </a:lnTo>
                    <a:lnTo>
                      <a:pt x="2462" y="4"/>
                    </a:lnTo>
                    <a:lnTo>
                      <a:pt x="2470" y="8"/>
                    </a:lnTo>
                    <a:lnTo>
                      <a:pt x="2474" y="12"/>
                    </a:lnTo>
                    <a:lnTo>
                      <a:pt x="2480" y="18"/>
                    </a:lnTo>
                    <a:lnTo>
                      <a:pt x="2484" y="24"/>
                    </a:lnTo>
                    <a:lnTo>
                      <a:pt x="2486" y="32"/>
                    </a:lnTo>
                    <a:lnTo>
                      <a:pt x="2486" y="40"/>
                    </a:lnTo>
                    <a:lnTo>
                      <a:pt x="2486" y="488"/>
                    </a:lnTo>
                    <a:lnTo>
                      <a:pt x="2486" y="488"/>
                    </a:lnTo>
                    <a:lnTo>
                      <a:pt x="2486" y="496"/>
                    </a:lnTo>
                    <a:lnTo>
                      <a:pt x="2484" y="504"/>
                    </a:lnTo>
                    <a:lnTo>
                      <a:pt x="2480" y="510"/>
                    </a:lnTo>
                    <a:lnTo>
                      <a:pt x="2474" y="516"/>
                    </a:lnTo>
                    <a:lnTo>
                      <a:pt x="2470" y="522"/>
                    </a:lnTo>
                    <a:lnTo>
                      <a:pt x="2462" y="524"/>
                    </a:lnTo>
                    <a:lnTo>
                      <a:pt x="2454" y="528"/>
                    </a:lnTo>
                    <a:lnTo>
                      <a:pt x="2446" y="528"/>
                    </a:lnTo>
                    <a:lnTo>
                      <a:pt x="1722" y="528"/>
                    </a:lnTo>
                    <a:lnTo>
                      <a:pt x="1364" y="528"/>
                    </a:lnTo>
                    <a:lnTo>
                      <a:pt x="278" y="528"/>
                    </a:lnTo>
                    <a:lnTo>
                      <a:pt x="278" y="528"/>
                    </a:lnTo>
                    <a:lnTo>
                      <a:pt x="264" y="528"/>
                    </a:lnTo>
                    <a:lnTo>
                      <a:pt x="264" y="528"/>
                    </a:lnTo>
                    <a:lnTo>
                      <a:pt x="236" y="526"/>
                    </a:lnTo>
                    <a:lnTo>
                      <a:pt x="210" y="522"/>
                    </a:lnTo>
                    <a:lnTo>
                      <a:pt x="186" y="516"/>
                    </a:lnTo>
                    <a:lnTo>
                      <a:pt x="160" y="508"/>
                    </a:lnTo>
                    <a:lnTo>
                      <a:pt x="138" y="496"/>
                    </a:lnTo>
                    <a:lnTo>
                      <a:pt x="116" y="484"/>
                    </a:lnTo>
                    <a:lnTo>
                      <a:pt x="96" y="468"/>
                    </a:lnTo>
                    <a:lnTo>
                      <a:pt x="76" y="450"/>
                    </a:lnTo>
                    <a:lnTo>
                      <a:pt x="60" y="432"/>
                    </a:lnTo>
                    <a:lnTo>
                      <a:pt x="44" y="412"/>
                    </a:lnTo>
                    <a:lnTo>
                      <a:pt x="32" y="390"/>
                    </a:lnTo>
                    <a:lnTo>
                      <a:pt x="20" y="368"/>
                    </a:lnTo>
                    <a:lnTo>
                      <a:pt x="12" y="342"/>
                    </a:lnTo>
                    <a:lnTo>
                      <a:pt x="4" y="318"/>
                    </a:lnTo>
                    <a:lnTo>
                      <a:pt x="0" y="292"/>
                    </a:lnTo>
                    <a:lnTo>
                      <a:pt x="0" y="264"/>
                    </a:lnTo>
                    <a:lnTo>
                      <a:pt x="0" y="264"/>
                    </a:lnTo>
                    <a:lnTo>
                      <a:pt x="0" y="238"/>
                    </a:lnTo>
                    <a:lnTo>
                      <a:pt x="4" y="212"/>
                    </a:lnTo>
                    <a:lnTo>
                      <a:pt x="10" y="188"/>
                    </a:lnTo>
                    <a:lnTo>
                      <a:pt x="20" y="164"/>
                    </a:lnTo>
                    <a:lnTo>
                      <a:pt x="30" y="142"/>
                    </a:lnTo>
                    <a:lnTo>
                      <a:pt x="42" y="120"/>
                    </a:lnTo>
                    <a:lnTo>
                      <a:pt x="56" y="100"/>
                    </a:lnTo>
                    <a:lnTo>
                      <a:pt x="72" y="82"/>
                    </a:lnTo>
                    <a:lnTo>
                      <a:pt x="90" y="64"/>
                    </a:lnTo>
                    <a:lnTo>
                      <a:pt x="110" y="50"/>
                    </a:lnTo>
                    <a:lnTo>
                      <a:pt x="132" y="36"/>
                    </a:lnTo>
                    <a:lnTo>
                      <a:pt x="154" y="24"/>
                    </a:lnTo>
                    <a:lnTo>
                      <a:pt x="176" y="14"/>
                    </a:lnTo>
                    <a:lnTo>
                      <a:pt x="200" y="8"/>
                    </a:lnTo>
                    <a:lnTo>
                      <a:pt x="226" y="2"/>
                    </a:lnTo>
                    <a:lnTo>
                      <a:pt x="252" y="0"/>
                    </a:lnTo>
                    <a:lnTo>
                      <a:pt x="252" y="0"/>
                    </a:lnTo>
                    <a:close/>
                  </a:path>
                </a:pathLst>
              </a:custGeom>
              <a:solidFill>
                <a:srgbClr val="779DCB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kumimoji="0" lang="ko-KR" altLang="en-US">
                  <a:latin typeface="+mn-lt"/>
                  <a:ea typeface="+mn-ea"/>
                </a:endParaRPr>
              </a:p>
            </p:txBody>
          </p:sp>
          <p:sp>
            <p:nvSpPr>
              <p:cNvPr id="341" name="모서리가 둥근 직사각형 340"/>
              <p:cNvSpPr/>
              <p:nvPr/>
            </p:nvSpPr>
            <p:spPr bwMode="auto">
              <a:xfrm rot="10800000">
                <a:off x="5394999" y="2092989"/>
                <a:ext cx="1201084" cy="649883"/>
              </a:xfrm>
              <a:prstGeom prst="roundRect">
                <a:avLst>
                  <a:gd name="adj" fmla="val 7978"/>
                </a:avLst>
              </a:prstGeom>
              <a:solidFill>
                <a:srgbClr val="779DCB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kumimoji="0" lang="ko-KR" altLang="en-US">
                  <a:latin typeface="+mn-lt"/>
                  <a:ea typeface="+mn-ea"/>
                </a:endParaRPr>
              </a:p>
            </p:txBody>
          </p:sp>
          <p:sp>
            <p:nvSpPr>
              <p:cNvPr id="342" name="Freeform 8"/>
              <p:cNvSpPr>
                <a:spLocks/>
              </p:cNvSpPr>
              <p:nvPr/>
            </p:nvSpPr>
            <p:spPr bwMode="auto">
              <a:xfrm rot="10800000">
                <a:off x="6796389" y="2183666"/>
                <a:ext cx="1861836" cy="496305"/>
              </a:xfrm>
              <a:custGeom>
                <a:avLst/>
                <a:gdLst>
                  <a:gd name="T0" fmla="*/ 202 w 1990"/>
                  <a:gd name="T1" fmla="*/ 0 h 422"/>
                  <a:gd name="T2" fmla="*/ 202 w 1990"/>
                  <a:gd name="T3" fmla="*/ 0 h 422"/>
                  <a:gd name="T4" fmla="*/ 1182 w 1990"/>
                  <a:gd name="T5" fmla="*/ 0 h 422"/>
                  <a:gd name="T6" fmla="*/ 1494 w 1990"/>
                  <a:gd name="T7" fmla="*/ 0 h 422"/>
                  <a:gd name="T8" fmla="*/ 1958 w 1990"/>
                  <a:gd name="T9" fmla="*/ 0 h 422"/>
                  <a:gd name="T10" fmla="*/ 1958 w 1990"/>
                  <a:gd name="T11" fmla="*/ 0 h 422"/>
                  <a:gd name="T12" fmla="*/ 1964 w 1990"/>
                  <a:gd name="T13" fmla="*/ 0 h 422"/>
                  <a:gd name="T14" fmla="*/ 1970 w 1990"/>
                  <a:gd name="T15" fmla="*/ 2 h 422"/>
                  <a:gd name="T16" fmla="*/ 1980 w 1990"/>
                  <a:gd name="T17" fmla="*/ 10 h 422"/>
                  <a:gd name="T18" fmla="*/ 1986 w 1990"/>
                  <a:gd name="T19" fmla="*/ 20 h 422"/>
                  <a:gd name="T20" fmla="*/ 1988 w 1990"/>
                  <a:gd name="T21" fmla="*/ 26 h 422"/>
                  <a:gd name="T22" fmla="*/ 1990 w 1990"/>
                  <a:gd name="T23" fmla="*/ 32 h 422"/>
                  <a:gd name="T24" fmla="*/ 1990 w 1990"/>
                  <a:gd name="T25" fmla="*/ 390 h 422"/>
                  <a:gd name="T26" fmla="*/ 1990 w 1990"/>
                  <a:gd name="T27" fmla="*/ 390 h 422"/>
                  <a:gd name="T28" fmla="*/ 1988 w 1990"/>
                  <a:gd name="T29" fmla="*/ 396 h 422"/>
                  <a:gd name="T30" fmla="*/ 1986 w 1990"/>
                  <a:gd name="T31" fmla="*/ 402 h 422"/>
                  <a:gd name="T32" fmla="*/ 1980 w 1990"/>
                  <a:gd name="T33" fmla="*/ 412 h 422"/>
                  <a:gd name="T34" fmla="*/ 1970 w 1990"/>
                  <a:gd name="T35" fmla="*/ 420 h 422"/>
                  <a:gd name="T36" fmla="*/ 1964 w 1990"/>
                  <a:gd name="T37" fmla="*/ 422 h 422"/>
                  <a:gd name="T38" fmla="*/ 1958 w 1990"/>
                  <a:gd name="T39" fmla="*/ 422 h 422"/>
                  <a:gd name="T40" fmla="*/ 1378 w 1990"/>
                  <a:gd name="T41" fmla="*/ 422 h 422"/>
                  <a:gd name="T42" fmla="*/ 1090 w 1990"/>
                  <a:gd name="T43" fmla="*/ 422 h 422"/>
                  <a:gd name="T44" fmla="*/ 222 w 1990"/>
                  <a:gd name="T45" fmla="*/ 422 h 422"/>
                  <a:gd name="T46" fmla="*/ 222 w 1990"/>
                  <a:gd name="T47" fmla="*/ 422 h 422"/>
                  <a:gd name="T48" fmla="*/ 210 w 1990"/>
                  <a:gd name="T49" fmla="*/ 422 h 422"/>
                  <a:gd name="T50" fmla="*/ 210 w 1990"/>
                  <a:gd name="T51" fmla="*/ 422 h 422"/>
                  <a:gd name="T52" fmla="*/ 190 w 1990"/>
                  <a:gd name="T53" fmla="*/ 422 h 422"/>
                  <a:gd name="T54" fmla="*/ 168 w 1990"/>
                  <a:gd name="T55" fmla="*/ 418 h 422"/>
                  <a:gd name="T56" fmla="*/ 148 w 1990"/>
                  <a:gd name="T57" fmla="*/ 412 h 422"/>
                  <a:gd name="T58" fmla="*/ 128 w 1990"/>
                  <a:gd name="T59" fmla="*/ 406 h 422"/>
                  <a:gd name="T60" fmla="*/ 110 w 1990"/>
                  <a:gd name="T61" fmla="*/ 396 h 422"/>
                  <a:gd name="T62" fmla="*/ 92 w 1990"/>
                  <a:gd name="T63" fmla="*/ 386 h 422"/>
                  <a:gd name="T64" fmla="*/ 76 w 1990"/>
                  <a:gd name="T65" fmla="*/ 374 h 422"/>
                  <a:gd name="T66" fmla="*/ 62 w 1990"/>
                  <a:gd name="T67" fmla="*/ 360 h 422"/>
                  <a:gd name="T68" fmla="*/ 48 w 1990"/>
                  <a:gd name="T69" fmla="*/ 346 h 422"/>
                  <a:gd name="T70" fmla="*/ 36 w 1990"/>
                  <a:gd name="T71" fmla="*/ 330 h 422"/>
                  <a:gd name="T72" fmla="*/ 26 w 1990"/>
                  <a:gd name="T73" fmla="*/ 312 h 422"/>
                  <a:gd name="T74" fmla="*/ 16 w 1990"/>
                  <a:gd name="T75" fmla="*/ 294 h 422"/>
                  <a:gd name="T76" fmla="*/ 10 w 1990"/>
                  <a:gd name="T77" fmla="*/ 274 h 422"/>
                  <a:gd name="T78" fmla="*/ 4 w 1990"/>
                  <a:gd name="T79" fmla="*/ 254 h 422"/>
                  <a:gd name="T80" fmla="*/ 0 w 1990"/>
                  <a:gd name="T81" fmla="*/ 232 h 422"/>
                  <a:gd name="T82" fmla="*/ 0 w 1990"/>
                  <a:gd name="T83" fmla="*/ 212 h 422"/>
                  <a:gd name="T84" fmla="*/ 0 w 1990"/>
                  <a:gd name="T85" fmla="*/ 212 h 422"/>
                  <a:gd name="T86" fmla="*/ 0 w 1990"/>
                  <a:gd name="T87" fmla="*/ 190 h 422"/>
                  <a:gd name="T88" fmla="*/ 4 w 1990"/>
                  <a:gd name="T89" fmla="*/ 170 h 422"/>
                  <a:gd name="T90" fmla="*/ 8 w 1990"/>
                  <a:gd name="T91" fmla="*/ 150 h 422"/>
                  <a:gd name="T92" fmla="*/ 16 w 1990"/>
                  <a:gd name="T93" fmla="*/ 132 h 422"/>
                  <a:gd name="T94" fmla="*/ 24 w 1990"/>
                  <a:gd name="T95" fmla="*/ 112 h 422"/>
                  <a:gd name="T96" fmla="*/ 34 w 1990"/>
                  <a:gd name="T97" fmla="*/ 96 h 422"/>
                  <a:gd name="T98" fmla="*/ 46 w 1990"/>
                  <a:gd name="T99" fmla="*/ 80 h 422"/>
                  <a:gd name="T100" fmla="*/ 58 w 1990"/>
                  <a:gd name="T101" fmla="*/ 64 h 422"/>
                  <a:gd name="T102" fmla="*/ 72 w 1990"/>
                  <a:gd name="T103" fmla="*/ 52 h 422"/>
                  <a:gd name="T104" fmla="*/ 88 w 1990"/>
                  <a:gd name="T105" fmla="*/ 40 h 422"/>
                  <a:gd name="T106" fmla="*/ 104 w 1990"/>
                  <a:gd name="T107" fmla="*/ 28 h 422"/>
                  <a:gd name="T108" fmla="*/ 122 w 1990"/>
                  <a:gd name="T109" fmla="*/ 20 h 422"/>
                  <a:gd name="T110" fmla="*/ 140 w 1990"/>
                  <a:gd name="T111" fmla="*/ 12 h 422"/>
                  <a:gd name="T112" fmla="*/ 160 w 1990"/>
                  <a:gd name="T113" fmla="*/ 6 h 422"/>
                  <a:gd name="T114" fmla="*/ 180 w 1990"/>
                  <a:gd name="T115" fmla="*/ 2 h 422"/>
                  <a:gd name="T116" fmla="*/ 202 w 1990"/>
                  <a:gd name="T117" fmla="*/ 0 h 422"/>
                  <a:gd name="T118" fmla="*/ 202 w 1990"/>
                  <a:gd name="T119" fmla="*/ 0 h 422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1990"/>
                  <a:gd name="T181" fmla="*/ 0 h 422"/>
                  <a:gd name="T182" fmla="*/ 1990 w 1990"/>
                  <a:gd name="T183" fmla="*/ 422 h 422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1990" h="422">
                    <a:moveTo>
                      <a:pt x="202" y="0"/>
                    </a:moveTo>
                    <a:lnTo>
                      <a:pt x="202" y="0"/>
                    </a:lnTo>
                    <a:lnTo>
                      <a:pt x="1182" y="0"/>
                    </a:lnTo>
                    <a:lnTo>
                      <a:pt x="1494" y="0"/>
                    </a:lnTo>
                    <a:lnTo>
                      <a:pt x="1958" y="0"/>
                    </a:lnTo>
                    <a:lnTo>
                      <a:pt x="1964" y="0"/>
                    </a:lnTo>
                    <a:lnTo>
                      <a:pt x="1970" y="2"/>
                    </a:lnTo>
                    <a:lnTo>
                      <a:pt x="1980" y="10"/>
                    </a:lnTo>
                    <a:lnTo>
                      <a:pt x="1986" y="20"/>
                    </a:lnTo>
                    <a:lnTo>
                      <a:pt x="1988" y="26"/>
                    </a:lnTo>
                    <a:lnTo>
                      <a:pt x="1990" y="32"/>
                    </a:lnTo>
                    <a:lnTo>
                      <a:pt x="1990" y="390"/>
                    </a:lnTo>
                    <a:lnTo>
                      <a:pt x="1988" y="396"/>
                    </a:lnTo>
                    <a:lnTo>
                      <a:pt x="1986" y="402"/>
                    </a:lnTo>
                    <a:lnTo>
                      <a:pt x="1980" y="412"/>
                    </a:lnTo>
                    <a:lnTo>
                      <a:pt x="1970" y="420"/>
                    </a:lnTo>
                    <a:lnTo>
                      <a:pt x="1964" y="422"/>
                    </a:lnTo>
                    <a:lnTo>
                      <a:pt x="1958" y="422"/>
                    </a:lnTo>
                    <a:lnTo>
                      <a:pt x="1378" y="422"/>
                    </a:lnTo>
                    <a:lnTo>
                      <a:pt x="1090" y="422"/>
                    </a:lnTo>
                    <a:lnTo>
                      <a:pt x="222" y="422"/>
                    </a:lnTo>
                    <a:lnTo>
                      <a:pt x="210" y="422"/>
                    </a:lnTo>
                    <a:lnTo>
                      <a:pt x="190" y="422"/>
                    </a:lnTo>
                    <a:lnTo>
                      <a:pt x="168" y="418"/>
                    </a:lnTo>
                    <a:lnTo>
                      <a:pt x="148" y="412"/>
                    </a:lnTo>
                    <a:lnTo>
                      <a:pt x="128" y="406"/>
                    </a:lnTo>
                    <a:lnTo>
                      <a:pt x="110" y="396"/>
                    </a:lnTo>
                    <a:lnTo>
                      <a:pt x="92" y="386"/>
                    </a:lnTo>
                    <a:lnTo>
                      <a:pt x="76" y="374"/>
                    </a:lnTo>
                    <a:lnTo>
                      <a:pt x="62" y="360"/>
                    </a:lnTo>
                    <a:lnTo>
                      <a:pt x="48" y="346"/>
                    </a:lnTo>
                    <a:lnTo>
                      <a:pt x="36" y="330"/>
                    </a:lnTo>
                    <a:lnTo>
                      <a:pt x="26" y="312"/>
                    </a:lnTo>
                    <a:lnTo>
                      <a:pt x="16" y="294"/>
                    </a:lnTo>
                    <a:lnTo>
                      <a:pt x="10" y="274"/>
                    </a:lnTo>
                    <a:lnTo>
                      <a:pt x="4" y="254"/>
                    </a:lnTo>
                    <a:lnTo>
                      <a:pt x="0" y="232"/>
                    </a:lnTo>
                    <a:lnTo>
                      <a:pt x="0" y="212"/>
                    </a:lnTo>
                    <a:lnTo>
                      <a:pt x="0" y="190"/>
                    </a:lnTo>
                    <a:lnTo>
                      <a:pt x="4" y="170"/>
                    </a:lnTo>
                    <a:lnTo>
                      <a:pt x="8" y="150"/>
                    </a:lnTo>
                    <a:lnTo>
                      <a:pt x="16" y="132"/>
                    </a:lnTo>
                    <a:lnTo>
                      <a:pt x="24" y="112"/>
                    </a:lnTo>
                    <a:lnTo>
                      <a:pt x="34" y="96"/>
                    </a:lnTo>
                    <a:lnTo>
                      <a:pt x="46" y="80"/>
                    </a:lnTo>
                    <a:lnTo>
                      <a:pt x="58" y="64"/>
                    </a:lnTo>
                    <a:lnTo>
                      <a:pt x="72" y="52"/>
                    </a:lnTo>
                    <a:lnTo>
                      <a:pt x="88" y="40"/>
                    </a:lnTo>
                    <a:lnTo>
                      <a:pt x="104" y="28"/>
                    </a:lnTo>
                    <a:lnTo>
                      <a:pt x="122" y="20"/>
                    </a:lnTo>
                    <a:lnTo>
                      <a:pt x="140" y="12"/>
                    </a:lnTo>
                    <a:lnTo>
                      <a:pt x="160" y="6"/>
                    </a:lnTo>
                    <a:lnTo>
                      <a:pt x="180" y="2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pic>
            <p:nvPicPr>
              <p:cNvPr id="343" name="Picture 95" descr="\\Samba2\06_문서디자인\조은선\34\34_다이어그램 소스\고리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 rot="16200000">
                <a:off x="6580738" y="2032716"/>
                <a:ext cx="217384" cy="564311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45" name="Picture 95" descr="\\Samba2\06_문서디자인\조은선\34\34_다이어그램 소스\고리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 rot="16200000">
                <a:off x="6580738" y="2237887"/>
                <a:ext cx="217384" cy="564311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300" name="그룹 77"/>
            <p:cNvGrpSpPr/>
            <p:nvPr/>
          </p:nvGrpSpPr>
          <p:grpSpPr>
            <a:xfrm>
              <a:off x="5076056" y="3665608"/>
              <a:ext cx="3379776" cy="649884"/>
              <a:chOff x="5394999" y="2092989"/>
              <a:chExt cx="3379776" cy="649884"/>
            </a:xfrm>
          </p:grpSpPr>
          <p:sp>
            <p:nvSpPr>
              <p:cNvPr id="323" name="Freeform 7"/>
              <p:cNvSpPr>
                <a:spLocks/>
              </p:cNvSpPr>
              <p:nvPr/>
            </p:nvSpPr>
            <p:spPr bwMode="auto">
              <a:xfrm rot="10800000">
                <a:off x="6689431" y="2092990"/>
                <a:ext cx="2085344" cy="649883"/>
              </a:xfrm>
              <a:custGeom>
                <a:avLst/>
                <a:gdLst/>
                <a:ahLst/>
                <a:cxnLst>
                  <a:cxn ang="0">
                    <a:pos x="252" y="0"/>
                  </a:cxn>
                  <a:cxn ang="0">
                    <a:pos x="1868" y="0"/>
                  </a:cxn>
                  <a:cxn ang="0">
                    <a:pos x="2446" y="0"/>
                  </a:cxn>
                  <a:cxn ang="0">
                    <a:pos x="2462" y="4"/>
                  </a:cxn>
                  <a:cxn ang="0">
                    <a:pos x="2474" y="12"/>
                  </a:cxn>
                  <a:cxn ang="0">
                    <a:pos x="2484" y="24"/>
                  </a:cxn>
                  <a:cxn ang="0">
                    <a:pos x="2486" y="40"/>
                  </a:cxn>
                  <a:cxn ang="0">
                    <a:pos x="2486" y="488"/>
                  </a:cxn>
                  <a:cxn ang="0">
                    <a:pos x="2484" y="504"/>
                  </a:cxn>
                  <a:cxn ang="0">
                    <a:pos x="2474" y="516"/>
                  </a:cxn>
                  <a:cxn ang="0">
                    <a:pos x="2462" y="524"/>
                  </a:cxn>
                  <a:cxn ang="0">
                    <a:pos x="2446" y="528"/>
                  </a:cxn>
                  <a:cxn ang="0">
                    <a:pos x="1364" y="528"/>
                  </a:cxn>
                  <a:cxn ang="0">
                    <a:pos x="278" y="528"/>
                  </a:cxn>
                  <a:cxn ang="0">
                    <a:pos x="264" y="528"/>
                  </a:cxn>
                  <a:cxn ang="0">
                    <a:pos x="210" y="522"/>
                  </a:cxn>
                  <a:cxn ang="0">
                    <a:pos x="160" y="508"/>
                  </a:cxn>
                  <a:cxn ang="0">
                    <a:pos x="116" y="484"/>
                  </a:cxn>
                  <a:cxn ang="0">
                    <a:pos x="76" y="450"/>
                  </a:cxn>
                  <a:cxn ang="0">
                    <a:pos x="44" y="412"/>
                  </a:cxn>
                  <a:cxn ang="0">
                    <a:pos x="20" y="368"/>
                  </a:cxn>
                  <a:cxn ang="0">
                    <a:pos x="4" y="318"/>
                  </a:cxn>
                  <a:cxn ang="0">
                    <a:pos x="0" y="264"/>
                  </a:cxn>
                  <a:cxn ang="0">
                    <a:pos x="0" y="238"/>
                  </a:cxn>
                  <a:cxn ang="0">
                    <a:pos x="10" y="188"/>
                  </a:cxn>
                  <a:cxn ang="0">
                    <a:pos x="30" y="142"/>
                  </a:cxn>
                  <a:cxn ang="0">
                    <a:pos x="56" y="100"/>
                  </a:cxn>
                  <a:cxn ang="0">
                    <a:pos x="90" y="64"/>
                  </a:cxn>
                  <a:cxn ang="0">
                    <a:pos x="132" y="36"/>
                  </a:cxn>
                  <a:cxn ang="0">
                    <a:pos x="176" y="14"/>
                  </a:cxn>
                  <a:cxn ang="0">
                    <a:pos x="226" y="2"/>
                  </a:cxn>
                  <a:cxn ang="0">
                    <a:pos x="252" y="0"/>
                  </a:cxn>
                </a:cxnLst>
                <a:rect l="0" t="0" r="r" b="b"/>
                <a:pathLst>
                  <a:path w="2486" h="528">
                    <a:moveTo>
                      <a:pt x="252" y="0"/>
                    </a:moveTo>
                    <a:lnTo>
                      <a:pt x="252" y="0"/>
                    </a:lnTo>
                    <a:lnTo>
                      <a:pt x="1478" y="0"/>
                    </a:lnTo>
                    <a:lnTo>
                      <a:pt x="1868" y="0"/>
                    </a:lnTo>
                    <a:lnTo>
                      <a:pt x="2446" y="0"/>
                    </a:lnTo>
                    <a:lnTo>
                      <a:pt x="2446" y="0"/>
                    </a:lnTo>
                    <a:lnTo>
                      <a:pt x="2454" y="0"/>
                    </a:lnTo>
                    <a:lnTo>
                      <a:pt x="2462" y="4"/>
                    </a:lnTo>
                    <a:lnTo>
                      <a:pt x="2470" y="8"/>
                    </a:lnTo>
                    <a:lnTo>
                      <a:pt x="2474" y="12"/>
                    </a:lnTo>
                    <a:lnTo>
                      <a:pt x="2480" y="18"/>
                    </a:lnTo>
                    <a:lnTo>
                      <a:pt x="2484" y="24"/>
                    </a:lnTo>
                    <a:lnTo>
                      <a:pt x="2486" y="32"/>
                    </a:lnTo>
                    <a:lnTo>
                      <a:pt x="2486" y="40"/>
                    </a:lnTo>
                    <a:lnTo>
                      <a:pt x="2486" y="488"/>
                    </a:lnTo>
                    <a:lnTo>
                      <a:pt x="2486" y="488"/>
                    </a:lnTo>
                    <a:lnTo>
                      <a:pt x="2486" y="496"/>
                    </a:lnTo>
                    <a:lnTo>
                      <a:pt x="2484" y="504"/>
                    </a:lnTo>
                    <a:lnTo>
                      <a:pt x="2480" y="510"/>
                    </a:lnTo>
                    <a:lnTo>
                      <a:pt x="2474" y="516"/>
                    </a:lnTo>
                    <a:lnTo>
                      <a:pt x="2470" y="522"/>
                    </a:lnTo>
                    <a:lnTo>
                      <a:pt x="2462" y="524"/>
                    </a:lnTo>
                    <a:lnTo>
                      <a:pt x="2454" y="528"/>
                    </a:lnTo>
                    <a:lnTo>
                      <a:pt x="2446" y="528"/>
                    </a:lnTo>
                    <a:lnTo>
                      <a:pt x="1722" y="528"/>
                    </a:lnTo>
                    <a:lnTo>
                      <a:pt x="1364" y="528"/>
                    </a:lnTo>
                    <a:lnTo>
                      <a:pt x="278" y="528"/>
                    </a:lnTo>
                    <a:lnTo>
                      <a:pt x="278" y="528"/>
                    </a:lnTo>
                    <a:lnTo>
                      <a:pt x="264" y="528"/>
                    </a:lnTo>
                    <a:lnTo>
                      <a:pt x="264" y="528"/>
                    </a:lnTo>
                    <a:lnTo>
                      <a:pt x="236" y="526"/>
                    </a:lnTo>
                    <a:lnTo>
                      <a:pt x="210" y="522"/>
                    </a:lnTo>
                    <a:lnTo>
                      <a:pt x="186" y="516"/>
                    </a:lnTo>
                    <a:lnTo>
                      <a:pt x="160" y="508"/>
                    </a:lnTo>
                    <a:lnTo>
                      <a:pt x="138" y="496"/>
                    </a:lnTo>
                    <a:lnTo>
                      <a:pt x="116" y="484"/>
                    </a:lnTo>
                    <a:lnTo>
                      <a:pt x="96" y="468"/>
                    </a:lnTo>
                    <a:lnTo>
                      <a:pt x="76" y="450"/>
                    </a:lnTo>
                    <a:lnTo>
                      <a:pt x="60" y="432"/>
                    </a:lnTo>
                    <a:lnTo>
                      <a:pt x="44" y="412"/>
                    </a:lnTo>
                    <a:lnTo>
                      <a:pt x="32" y="390"/>
                    </a:lnTo>
                    <a:lnTo>
                      <a:pt x="20" y="368"/>
                    </a:lnTo>
                    <a:lnTo>
                      <a:pt x="12" y="342"/>
                    </a:lnTo>
                    <a:lnTo>
                      <a:pt x="4" y="318"/>
                    </a:lnTo>
                    <a:lnTo>
                      <a:pt x="0" y="292"/>
                    </a:lnTo>
                    <a:lnTo>
                      <a:pt x="0" y="264"/>
                    </a:lnTo>
                    <a:lnTo>
                      <a:pt x="0" y="264"/>
                    </a:lnTo>
                    <a:lnTo>
                      <a:pt x="0" y="238"/>
                    </a:lnTo>
                    <a:lnTo>
                      <a:pt x="4" y="212"/>
                    </a:lnTo>
                    <a:lnTo>
                      <a:pt x="10" y="188"/>
                    </a:lnTo>
                    <a:lnTo>
                      <a:pt x="20" y="164"/>
                    </a:lnTo>
                    <a:lnTo>
                      <a:pt x="30" y="142"/>
                    </a:lnTo>
                    <a:lnTo>
                      <a:pt x="42" y="120"/>
                    </a:lnTo>
                    <a:lnTo>
                      <a:pt x="56" y="100"/>
                    </a:lnTo>
                    <a:lnTo>
                      <a:pt x="72" y="82"/>
                    </a:lnTo>
                    <a:lnTo>
                      <a:pt x="90" y="64"/>
                    </a:lnTo>
                    <a:lnTo>
                      <a:pt x="110" y="50"/>
                    </a:lnTo>
                    <a:lnTo>
                      <a:pt x="132" y="36"/>
                    </a:lnTo>
                    <a:lnTo>
                      <a:pt x="154" y="24"/>
                    </a:lnTo>
                    <a:lnTo>
                      <a:pt x="176" y="14"/>
                    </a:lnTo>
                    <a:lnTo>
                      <a:pt x="200" y="8"/>
                    </a:lnTo>
                    <a:lnTo>
                      <a:pt x="226" y="2"/>
                    </a:lnTo>
                    <a:lnTo>
                      <a:pt x="252" y="0"/>
                    </a:lnTo>
                    <a:lnTo>
                      <a:pt x="252" y="0"/>
                    </a:lnTo>
                    <a:close/>
                  </a:path>
                </a:pathLst>
              </a:custGeom>
              <a:solidFill>
                <a:srgbClr val="779DCB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kumimoji="0" lang="ko-KR" altLang="en-US">
                  <a:latin typeface="+mn-lt"/>
                  <a:ea typeface="+mn-ea"/>
                </a:endParaRPr>
              </a:p>
            </p:txBody>
          </p:sp>
          <p:sp>
            <p:nvSpPr>
              <p:cNvPr id="325" name="모서리가 둥근 직사각형 324"/>
              <p:cNvSpPr/>
              <p:nvPr/>
            </p:nvSpPr>
            <p:spPr bwMode="auto">
              <a:xfrm rot="10800000">
                <a:off x="5394999" y="2092989"/>
                <a:ext cx="1201084" cy="649883"/>
              </a:xfrm>
              <a:prstGeom prst="roundRect">
                <a:avLst>
                  <a:gd name="adj" fmla="val 7978"/>
                </a:avLst>
              </a:prstGeom>
              <a:solidFill>
                <a:srgbClr val="779DCB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kumimoji="0" lang="ko-KR" altLang="en-US">
                  <a:latin typeface="+mn-lt"/>
                  <a:ea typeface="+mn-ea"/>
                </a:endParaRPr>
              </a:p>
            </p:txBody>
          </p:sp>
          <p:sp>
            <p:nvSpPr>
              <p:cNvPr id="328" name="Freeform 8"/>
              <p:cNvSpPr>
                <a:spLocks/>
              </p:cNvSpPr>
              <p:nvPr/>
            </p:nvSpPr>
            <p:spPr bwMode="auto">
              <a:xfrm rot="10800000">
                <a:off x="6796389" y="2183666"/>
                <a:ext cx="1861836" cy="496305"/>
              </a:xfrm>
              <a:custGeom>
                <a:avLst/>
                <a:gdLst>
                  <a:gd name="T0" fmla="*/ 202 w 1990"/>
                  <a:gd name="T1" fmla="*/ 0 h 422"/>
                  <a:gd name="T2" fmla="*/ 202 w 1990"/>
                  <a:gd name="T3" fmla="*/ 0 h 422"/>
                  <a:gd name="T4" fmla="*/ 1182 w 1990"/>
                  <a:gd name="T5" fmla="*/ 0 h 422"/>
                  <a:gd name="T6" fmla="*/ 1494 w 1990"/>
                  <a:gd name="T7" fmla="*/ 0 h 422"/>
                  <a:gd name="T8" fmla="*/ 1958 w 1990"/>
                  <a:gd name="T9" fmla="*/ 0 h 422"/>
                  <a:gd name="T10" fmla="*/ 1958 w 1990"/>
                  <a:gd name="T11" fmla="*/ 0 h 422"/>
                  <a:gd name="T12" fmla="*/ 1964 w 1990"/>
                  <a:gd name="T13" fmla="*/ 0 h 422"/>
                  <a:gd name="T14" fmla="*/ 1970 w 1990"/>
                  <a:gd name="T15" fmla="*/ 2 h 422"/>
                  <a:gd name="T16" fmla="*/ 1980 w 1990"/>
                  <a:gd name="T17" fmla="*/ 10 h 422"/>
                  <a:gd name="T18" fmla="*/ 1986 w 1990"/>
                  <a:gd name="T19" fmla="*/ 20 h 422"/>
                  <a:gd name="T20" fmla="*/ 1988 w 1990"/>
                  <a:gd name="T21" fmla="*/ 26 h 422"/>
                  <a:gd name="T22" fmla="*/ 1990 w 1990"/>
                  <a:gd name="T23" fmla="*/ 32 h 422"/>
                  <a:gd name="T24" fmla="*/ 1990 w 1990"/>
                  <a:gd name="T25" fmla="*/ 390 h 422"/>
                  <a:gd name="T26" fmla="*/ 1990 w 1990"/>
                  <a:gd name="T27" fmla="*/ 390 h 422"/>
                  <a:gd name="T28" fmla="*/ 1988 w 1990"/>
                  <a:gd name="T29" fmla="*/ 396 h 422"/>
                  <a:gd name="T30" fmla="*/ 1986 w 1990"/>
                  <a:gd name="T31" fmla="*/ 402 h 422"/>
                  <a:gd name="T32" fmla="*/ 1980 w 1990"/>
                  <a:gd name="T33" fmla="*/ 412 h 422"/>
                  <a:gd name="T34" fmla="*/ 1970 w 1990"/>
                  <a:gd name="T35" fmla="*/ 420 h 422"/>
                  <a:gd name="T36" fmla="*/ 1964 w 1990"/>
                  <a:gd name="T37" fmla="*/ 422 h 422"/>
                  <a:gd name="T38" fmla="*/ 1958 w 1990"/>
                  <a:gd name="T39" fmla="*/ 422 h 422"/>
                  <a:gd name="T40" fmla="*/ 1378 w 1990"/>
                  <a:gd name="T41" fmla="*/ 422 h 422"/>
                  <a:gd name="T42" fmla="*/ 1090 w 1990"/>
                  <a:gd name="T43" fmla="*/ 422 h 422"/>
                  <a:gd name="T44" fmla="*/ 222 w 1990"/>
                  <a:gd name="T45" fmla="*/ 422 h 422"/>
                  <a:gd name="T46" fmla="*/ 222 w 1990"/>
                  <a:gd name="T47" fmla="*/ 422 h 422"/>
                  <a:gd name="T48" fmla="*/ 210 w 1990"/>
                  <a:gd name="T49" fmla="*/ 422 h 422"/>
                  <a:gd name="T50" fmla="*/ 210 w 1990"/>
                  <a:gd name="T51" fmla="*/ 422 h 422"/>
                  <a:gd name="T52" fmla="*/ 190 w 1990"/>
                  <a:gd name="T53" fmla="*/ 422 h 422"/>
                  <a:gd name="T54" fmla="*/ 168 w 1990"/>
                  <a:gd name="T55" fmla="*/ 418 h 422"/>
                  <a:gd name="T56" fmla="*/ 148 w 1990"/>
                  <a:gd name="T57" fmla="*/ 412 h 422"/>
                  <a:gd name="T58" fmla="*/ 128 w 1990"/>
                  <a:gd name="T59" fmla="*/ 406 h 422"/>
                  <a:gd name="T60" fmla="*/ 110 w 1990"/>
                  <a:gd name="T61" fmla="*/ 396 h 422"/>
                  <a:gd name="T62" fmla="*/ 92 w 1990"/>
                  <a:gd name="T63" fmla="*/ 386 h 422"/>
                  <a:gd name="T64" fmla="*/ 76 w 1990"/>
                  <a:gd name="T65" fmla="*/ 374 h 422"/>
                  <a:gd name="T66" fmla="*/ 62 w 1990"/>
                  <a:gd name="T67" fmla="*/ 360 h 422"/>
                  <a:gd name="T68" fmla="*/ 48 w 1990"/>
                  <a:gd name="T69" fmla="*/ 346 h 422"/>
                  <a:gd name="T70" fmla="*/ 36 w 1990"/>
                  <a:gd name="T71" fmla="*/ 330 h 422"/>
                  <a:gd name="T72" fmla="*/ 26 w 1990"/>
                  <a:gd name="T73" fmla="*/ 312 h 422"/>
                  <a:gd name="T74" fmla="*/ 16 w 1990"/>
                  <a:gd name="T75" fmla="*/ 294 h 422"/>
                  <a:gd name="T76" fmla="*/ 10 w 1990"/>
                  <a:gd name="T77" fmla="*/ 274 h 422"/>
                  <a:gd name="T78" fmla="*/ 4 w 1990"/>
                  <a:gd name="T79" fmla="*/ 254 h 422"/>
                  <a:gd name="T80" fmla="*/ 0 w 1990"/>
                  <a:gd name="T81" fmla="*/ 232 h 422"/>
                  <a:gd name="T82" fmla="*/ 0 w 1990"/>
                  <a:gd name="T83" fmla="*/ 212 h 422"/>
                  <a:gd name="T84" fmla="*/ 0 w 1990"/>
                  <a:gd name="T85" fmla="*/ 212 h 422"/>
                  <a:gd name="T86" fmla="*/ 0 w 1990"/>
                  <a:gd name="T87" fmla="*/ 190 h 422"/>
                  <a:gd name="T88" fmla="*/ 4 w 1990"/>
                  <a:gd name="T89" fmla="*/ 170 h 422"/>
                  <a:gd name="T90" fmla="*/ 8 w 1990"/>
                  <a:gd name="T91" fmla="*/ 150 h 422"/>
                  <a:gd name="T92" fmla="*/ 16 w 1990"/>
                  <a:gd name="T93" fmla="*/ 132 h 422"/>
                  <a:gd name="T94" fmla="*/ 24 w 1990"/>
                  <a:gd name="T95" fmla="*/ 112 h 422"/>
                  <a:gd name="T96" fmla="*/ 34 w 1990"/>
                  <a:gd name="T97" fmla="*/ 96 h 422"/>
                  <a:gd name="T98" fmla="*/ 46 w 1990"/>
                  <a:gd name="T99" fmla="*/ 80 h 422"/>
                  <a:gd name="T100" fmla="*/ 58 w 1990"/>
                  <a:gd name="T101" fmla="*/ 64 h 422"/>
                  <a:gd name="T102" fmla="*/ 72 w 1990"/>
                  <a:gd name="T103" fmla="*/ 52 h 422"/>
                  <a:gd name="T104" fmla="*/ 88 w 1990"/>
                  <a:gd name="T105" fmla="*/ 40 h 422"/>
                  <a:gd name="T106" fmla="*/ 104 w 1990"/>
                  <a:gd name="T107" fmla="*/ 28 h 422"/>
                  <a:gd name="T108" fmla="*/ 122 w 1990"/>
                  <a:gd name="T109" fmla="*/ 20 h 422"/>
                  <a:gd name="T110" fmla="*/ 140 w 1990"/>
                  <a:gd name="T111" fmla="*/ 12 h 422"/>
                  <a:gd name="T112" fmla="*/ 160 w 1990"/>
                  <a:gd name="T113" fmla="*/ 6 h 422"/>
                  <a:gd name="T114" fmla="*/ 180 w 1990"/>
                  <a:gd name="T115" fmla="*/ 2 h 422"/>
                  <a:gd name="T116" fmla="*/ 202 w 1990"/>
                  <a:gd name="T117" fmla="*/ 0 h 422"/>
                  <a:gd name="T118" fmla="*/ 202 w 1990"/>
                  <a:gd name="T119" fmla="*/ 0 h 422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1990"/>
                  <a:gd name="T181" fmla="*/ 0 h 422"/>
                  <a:gd name="T182" fmla="*/ 1990 w 1990"/>
                  <a:gd name="T183" fmla="*/ 422 h 422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1990" h="422">
                    <a:moveTo>
                      <a:pt x="202" y="0"/>
                    </a:moveTo>
                    <a:lnTo>
                      <a:pt x="202" y="0"/>
                    </a:lnTo>
                    <a:lnTo>
                      <a:pt x="1182" y="0"/>
                    </a:lnTo>
                    <a:lnTo>
                      <a:pt x="1494" y="0"/>
                    </a:lnTo>
                    <a:lnTo>
                      <a:pt x="1958" y="0"/>
                    </a:lnTo>
                    <a:lnTo>
                      <a:pt x="1964" y="0"/>
                    </a:lnTo>
                    <a:lnTo>
                      <a:pt x="1970" y="2"/>
                    </a:lnTo>
                    <a:lnTo>
                      <a:pt x="1980" y="10"/>
                    </a:lnTo>
                    <a:lnTo>
                      <a:pt x="1986" y="20"/>
                    </a:lnTo>
                    <a:lnTo>
                      <a:pt x="1988" y="26"/>
                    </a:lnTo>
                    <a:lnTo>
                      <a:pt x="1990" y="32"/>
                    </a:lnTo>
                    <a:lnTo>
                      <a:pt x="1990" y="390"/>
                    </a:lnTo>
                    <a:lnTo>
                      <a:pt x="1988" y="396"/>
                    </a:lnTo>
                    <a:lnTo>
                      <a:pt x="1986" y="402"/>
                    </a:lnTo>
                    <a:lnTo>
                      <a:pt x="1980" y="412"/>
                    </a:lnTo>
                    <a:lnTo>
                      <a:pt x="1970" y="420"/>
                    </a:lnTo>
                    <a:lnTo>
                      <a:pt x="1964" y="422"/>
                    </a:lnTo>
                    <a:lnTo>
                      <a:pt x="1958" y="422"/>
                    </a:lnTo>
                    <a:lnTo>
                      <a:pt x="1378" y="422"/>
                    </a:lnTo>
                    <a:lnTo>
                      <a:pt x="1090" y="422"/>
                    </a:lnTo>
                    <a:lnTo>
                      <a:pt x="222" y="422"/>
                    </a:lnTo>
                    <a:lnTo>
                      <a:pt x="210" y="422"/>
                    </a:lnTo>
                    <a:lnTo>
                      <a:pt x="190" y="422"/>
                    </a:lnTo>
                    <a:lnTo>
                      <a:pt x="168" y="418"/>
                    </a:lnTo>
                    <a:lnTo>
                      <a:pt x="148" y="412"/>
                    </a:lnTo>
                    <a:lnTo>
                      <a:pt x="128" y="406"/>
                    </a:lnTo>
                    <a:lnTo>
                      <a:pt x="110" y="396"/>
                    </a:lnTo>
                    <a:lnTo>
                      <a:pt x="92" y="386"/>
                    </a:lnTo>
                    <a:lnTo>
                      <a:pt x="76" y="374"/>
                    </a:lnTo>
                    <a:lnTo>
                      <a:pt x="62" y="360"/>
                    </a:lnTo>
                    <a:lnTo>
                      <a:pt x="48" y="346"/>
                    </a:lnTo>
                    <a:lnTo>
                      <a:pt x="36" y="330"/>
                    </a:lnTo>
                    <a:lnTo>
                      <a:pt x="26" y="312"/>
                    </a:lnTo>
                    <a:lnTo>
                      <a:pt x="16" y="294"/>
                    </a:lnTo>
                    <a:lnTo>
                      <a:pt x="10" y="274"/>
                    </a:lnTo>
                    <a:lnTo>
                      <a:pt x="4" y="254"/>
                    </a:lnTo>
                    <a:lnTo>
                      <a:pt x="0" y="232"/>
                    </a:lnTo>
                    <a:lnTo>
                      <a:pt x="0" y="212"/>
                    </a:lnTo>
                    <a:lnTo>
                      <a:pt x="0" y="190"/>
                    </a:lnTo>
                    <a:lnTo>
                      <a:pt x="4" y="170"/>
                    </a:lnTo>
                    <a:lnTo>
                      <a:pt x="8" y="150"/>
                    </a:lnTo>
                    <a:lnTo>
                      <a:pt x="16" y="132"/>
                    </a:lnTo>
                    <a:lnTo>
                      <a:pt x="24" y="112"/>
                    </a:lnTo>
                    <a:lnTo>
                      <a:pt x="34" y="96"/>
                    </a:lnTo>
                    <a:lnTo>
                      <a:pt x="46" y="80"/>
                    </a:lnTo>
                    <a:lnTo>
                      <a:pt x="58" y="64"/>
                    </a:lnTo>
                    <a:lnTo>
                      <a:pt x="72" y="52"/>
                    </a:lnTo>
                    <a:lnTo>
                      <a:pt x="88" y="40"/>
                    </a:lnTo>
                    <a:lnTo>
                      <a:pt x="104" y="28"/>
                    </a:lnTo>
                    <a:lnTo>
                      <a:pt x="122" y="20"/>
                    </a:lnTo>
                    <a:lnTo>
                      <a:pt x="140" y="12"/>
                    </a:lnTo>
                    <a:lnTo>
                      <a:pt x="160" y="6"/>
                    </a:lnTo>
                    <a:lnTo>
                      <a:pt x="180" y="2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pic>
            <p:nvPicPr>
              <p:cNvPr id="334" name="Picture 95" descr="\\Samba2\06_문서디자인\조은선\34\34_다이어그램 소스\고리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 rot="16200000">
                <a:off x="6580738" y="2032716"/>
                <a:ext cx="217384" cy="564311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36" name="Picture 95" descr="\\Samba2\06_문서디자인\조은선\34\34_다이어그램 소스\고리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 rot="16200000">
                <a:off x="6580738" y="2237887"/>
                <a:ext cx="217384" cy="564311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301" name="Text Box 55"/>
            <p:cNvSpPr txBox="1">
              <a:spLocks noChangeArrowheads="1"/>
            </p:cNvSpPr>
            <p:nvPr/>
          </p:nvSpPr>
          <p:spPr bwMode="auto">
            <a:xfrm>
              <a:off x="5152842" y="2269881"/>
              <a:ext cx="1095723" cy="344843"/>
            </a:xfrm>
            <a:prstGeom prst="rect">
              <a:avLst/>
            </a:prstGeom>
            <a:noFill/>
            <a:ln w="7938">
              <a:noFill/>
              <a:miter lim="800000"/>
              <a:headEnd/>
              <a:tailEnd/>
            </a:ln>
          </p:spPr>
          <p:txBody>
            <a:bodyPr lIns="97667" tIns="48834" rIns="97667" bIns="48834" anchor="ctr">
              <a:spAutoFit/>
            </a:bodyPr>
            <a:lstStyle/>
            <a:p>
              <a:pPr algn="ctr" defTabSz="814388" eaLnBrk="0" latinLnBrk="0" hangingPunct="0"/>
              <a:r>
                <a:rPr kumimoji="0" lang="en-US" altLang="ko-KR" sz="1600" dirty="0">
                  <a:solidFill>
                    <a:schemeClr val="bg1"/>
                  </a:solidFill>
                  <a:latin typeface="HY견고딕" pitchFamily="18" charset="-127"/>
                  <a:ea typeface="HY견고딕" pitchFamily="18" charset="-127"/>
                </a:rPr>
                <a:t>WCO</a:t>
              </a:r>
              <a:endParaRPr kumimoji="0" lang="ko-KR" altLang="en-US" sz="160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302" name="Text Box 55"/>
            <p:cNvSpPr txBox="1">
              <a:spLocks noChangeArrowheads="1"/>
            </p:cNvSpPr>
            <p:nvPr/>
          </p:nvSpPr>
          <p:spPr bwMode="auto">
            <a:xfrm>
              <a:off x="5152841" y="3088609"/>
              <a:ext cx="1095723" cy="344843"/>
            </a:xfrm>
            <a:prstGeom prst="rect">
              <a:avLst/>
            </a:prstGeom>
            <a:noFill/>
            <a:ln w="7938">
              <a:noFill/>
              <a:miter lim="800000"/>
              <a:headEnd/>
              <a:tailEnd/>
            </a:ln>
          </p:spPr>
          <p:txBody>
            <a:bodyPr lIns="97667" tIns="48834" rIns="97667" bIns="48834" anchor="ctr">
              <a:spAutoFit/>
            </a:bodyPr>
            <a:lstStyle/>
            <a:p>
              <a:pPr algn="ctr" defTabSz="814388" eaLnBrk="0" latinLnBrk="0" hangingPunct="0"/>
              <a:r>
                <a:rPr kumimoji="0" lang="en-US" altLang="ko-KR" sz="1600" dirty="0" smtClean="0">
                  <a:solidFill>
                    <a:schemeClr val="bg1"/>
                  </a:solidFill>
                  <a:latin typeface="HY견고딕" pitchFamily="18" charset="-127"/>
                  <a:ea typeface="HY견고딕" pitchFamily="18" charset="-127"/>
                </a:rPr>
                <a:t>IMO</a:t>
              </a:r>
              <a:endParaRPr kumimoji="0" lang="ko-KR" altLang="en-US" sz="160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303" name="Text Box 55"/>
            <p:cNvSpPr txBox="1">
              <a:spLocks noChangeArrowheads="1"/>
            </p:cNvSpPr>
            <p:nvPr/>
          </p:nvSpPr>
          <p:spPr bwMode="auto">
            <a:xfrm>
              <a:off x="5128735" y="3811547"/>
              <a:ext cx="1095723" cy="344843"/>
            </a:xfrm>
            <a:prstGeom prst="rect">
              <a:avLst/>
            </a:prstGeom>
            <a:noFill/>
            <a:ln w="7938">
              <a:noFill/>
              <a:miter lim="800000"/>
              <a:headEnd/>
              <a:tailEnd/>
            </a:ln>
          </p:spPr>
          <p:txBody>
            <a:bodyPr lIns="97667" tIns="48834" rIns="97667" bIns="48834" anchor="ctr">
              <a:spAutoFit/>
            </a:bodyPr>
            <a:lstStyle/>
            <a:p>
              <a:pPr algn="ctr" defTabSz="814388" eaLnBrk="0" latinLnBrk="0" hangingPunct="0"/>
              <a:r>
                <a:rPr kumimoji="0" lang="en-US" altLang="ko-KR" sz="1600" dirty="0" smtClean="0">
                  <a:solidFill>
                    <a:schemeClr val="bg1"/>
                  </a:solidFill>
                  <a:latin typeface="HY견고딕" pitchFamily="18" charset="-127"/>
                  <a:ea typeface="HY견고딕" pitchFamily="18" charset="-127"/>
                </a:rPr>
                <a:t>ISO</a:t>
              </a:r>
              <a:endParaRPr kumimoji="0" lang="ko-KR" altLang="en-US" sz="1600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310" name="직사각형 309"/>
            <p:cNvSpPr/>
            <p:nvPr/>
          </p:nvSpPr>
          <p:spPr>
            <a:xfrm>
              <a:off x="6569300" y="2144805"/>
              <a:ext cx="1990520" cy="6362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6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SAFE Framework</a:t>
              </a:r>
            </a:p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600" b="1" kern="0" dirty="0" smtClean="0">
                  <a:solidFill>
                    <a:sysClr val="windowText" lastClr="000000"/>
                  </a:solidFill>
                  <a:latin typeface="+mn-ea"/>
                  <a:ea typeface="+mn-ea"/>
                </a:rPr>
                <a:t>        (AEO</a:t>
              </a:r>
              <a:r>
                <a:rPr kumimoji="0" lang="en-US" altLang="ko-KR" sz="1600" b="1" kern="0" dirty="0">
                  <a:solidFill>
                    <a:sysClr val="windowText" lastClr="000000"/>
                  </a:solidFill>
                  <a:latin typeface="+mn-ea"/>
                  <a:ea typeface="+mn-ea"/>
                </a:rPr>
                <a:t>)</a:t>
              </a:r>
              <a:endParaRPr kumimoji="0" lang="ko-KR" altLang="en-US" sz="1600" b="1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311" name="직사각형 310"/>
            <p:cNvSpPr/>
            <p:nvPr/>
          </p:nvSpPr>
          <p:spPr>
            <a:xfrm>
              <a:off x="6569300" y="3045991"/>
              <a:ext cx="199052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600" kern="0" dirty="0">
                  <a:solidFill>
                    <a:sysClr val="windowText" lastClr="000000"/>
                  </a:solidFill>
                  <a:latin typeface="HY견고딕" pitchFamily="18" charset="-127"/>
                  <a:ea typeface="HY견고딕" pitchFamily="18" charset="-127"/>
                </a:rPr>
                <a:t> ISPS Code</a:t>
              </a:r>
              <a:endParaRPr kumimoji="0" lang="ko-KR" altLang="en-US" sz="1600" kern="0" dirty="0">
                <a:solidFill>
                  <a:sysClr val="windowText" lastClr="00000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312" name="직사각형 311"/>
            <p:cNvSpPr/>
            <p:nvPr/>
          </p:nvSpPr>
          <p:spPr>
            <a:xfrm>
              <a:off x="6569300" y="3826906"/>
              <a:ext cx="199052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600" kern="0" dirty="0">
                  <a:solidFill>
                    <a:sysClr val="windowText" lastClr="000000"/>
                  </a:solidFill>
                  <a:latin typeface="HY견고딕" pitchFamily="18" charset="-127"/>
                  <a:ea typeface="HY견고딕" pitchFamily="18" charset="-127"/>
                </a:rPr>
                <a:t> ISO 28000</a:t>
              </a:r>
              <a:endParaRPr kumimoji="0" lang="ko-KR" altLang="en-US" sz="1600" kern="0" dirty="0">
                <a:solidFill>
                  <a:sysClr val="windowText" lastClr="00000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</p:grpSp>
      <p:sp>
        <p:nvSpPr>
          <p:cNvPr id="354" name="직사각형 353"/>
          <p:cNvSpPr/>
          <p:nvPr/>
        </p:nvSpPr>
        <p:spPr>
          <a:xfrm>
            <a:off x="4764218" y="1253184"/>
            <a:ext cx="38164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2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2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국제적 무역안전조치 강화</a:t>
            </a:r>
            <a:endParaRPr lang="en-US" altLang="ko-KR" sz="22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solidFill>
                <a:schemeClr val="tx2"/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휴먼둥근헤드라인" pitchFamily="18" charset="-127"/>
              <a:ea typeface="휴먼둥근헤드라인" pitchFamily="18" charset="-127"/>
            </a:endParaRPr>
          </a:p>
        </p:txBody>
      </p:sp>
      <p:sp>
        <p:nvSpPr>
          <p:cNvPr id="355" name="직사각형 354"/>
          <p:cNvSpPr/>
          <p:nvPr/>
        </p:nvSpPr>
        <p:spPr>
          <a:xfrm>
            <a:off x="585961" y="1243659"/>
            <a:ext cx="35719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2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2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9.11 </a:t>
            </a:r>
            <a:r>
              <a:rPr lang="ko-KR" altLang="en-US" sz="22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2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테러</a:t>
            </a:r>
            <a:r>
              <a:rPr lang="en-US" altLang="ko-KR" sz="22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2"/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(2001)</a:t>
            </a:r>
          </a:p>
        </p:txBody>
      </p:sp>
      <p:sp>
        <p:nvSpPr>
          <p:cNvPr id="356" name="직사각형 355"/>
          <p:cNvSpPr/>
          <p:nvPr/>
        </p:nvSpPr>
        <p:spPr>
          <a:xfrm>
            <a:off x="467544" y="4437112"/>
            <a:ext cx="8286808" cy="214314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endParaRPr lang="en-US" altLang="ko-KR" sz="16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just">
              <a:defRPr/>
            </a:pPr>
            <a:r>
              <a:rPr lang="ko-KR" altLang="en-US" sz="1600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     </a:t>
            </a:r>
            <a:r>
              <a:rPr lang="ko-KR" altLang="en-US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美 </a:t>
            </a:r>
            <a:r>
              <a:rPr lang="en-US" altLang="ko-KR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9.11 </a:t>
            </a:r>
            <a:r>
              <a:rPr lang="ko-KR" altLang="en-US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테러 후 강화된 무역안전조치 </a:t>
            </a:r>
            <a:r>
              <a:rPr lang="en-US" altLang="ko-KR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WCO </a:t>
            </a:r>
            <a:r>
              <a:rPr lang="ko-KR" altLang="en-US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차원에서</a:t>
            </a:r>
            <a:r>
              <a:rPr lang="en-US" altLang="ko-KR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국제표준으로 수용</a:t>
            </a:r>
            <a:endParaRPr lang="en-US" altLang="ko-KR" b="1" dirty="0" smtClean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just">
              <a:defRPr/>
            </a:pPr>
            <a:r>
              <a:rPr lang="en-US" altLang="ko-KR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      * ‘05.6</a:t>
            </a:r>
            <a:r>
              <a:rPr lang="ko-KR" altLang="en-US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WCO </a:t>
            </a:r>
            <a:r>
              <a:rPr lang="ko-KR" altLang="en-US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회원국 중 </a:t>
            </a:r>
            <a:r>
              <a:rPr lang="en-US" altLang="ko-KR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159</a:t>
            </a:r>
            <a:r>
              <a:rPr lang="ko-KR" altLang="en-US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개국 제도이행 의향서 제출</a:t>
            </a:r>
            <a:r>
              <a:rPr lang="en-US" altLang="ko-KR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, 51</a:t>
            </a:r>
            <a:r>
              <a:rPr lang="ko-KR" altLang="en-US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개국 도입</a:t>
            </a:r>
            <a:endParaRPr lang="en-US" altLang="ko-KR" dirty="0" smtClean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just">
              <a:defRPr/>
            </a:pPr>
            <a:endParaRPr lang="en-US" altLang="ko-KR" sz="1200" dirty="0" smtClean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just">
              <a:defRPr/>
            </a:pPr>
            <a:r>
              <a:rPr lang="ko-KR" altLang="en-US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     관세당국에서 물류 </a:t>
            </a:r>
            <a:r>
              <a:rPr lang="ko-KR" altLang="en-US" b="1" dirty="0" err="1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공급망</a:t>
            </a:r>
            <a:r>
              <a:rPr lang="ko-KR" altLang="en-US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 업체의 안전관리 수준을 심사하여 </a:t>
            </a:r>
            <a:r>
              <a:rPr lang="en-US" altLang="ko-KR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AEO </a:t>
            </a:r>
            <a:r>
              <a:rPr lang="ko-KR" altLang="en-US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공인</a:t>
            </a:r>
            <a:endParaRPr lang="en-US" altLang="ko-KR" b="1" dirty="0" smtClean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just">
              <a:defRPr/>
            </a:pPr>
            <a:r>
              <a:rPr lang="en-US" altLang="ko-KR" sz="1400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       * AEO</a:t>
            </a:r>
            <a:r>
              <a:rPr lang="ko-KR" altLang="en-US" sz="1400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에 대한 세관통제 최소화</a:t>
            </a:r>
            <a:r>
              <a:rPr lang="en-US" altLang="ko-KR" sz="1400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400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비</a:t>
            </a:r>
            <a:r>
              <a:rPr lang="en-US" altLang="ko-KR" sz="1400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AEO</a:t>
            </a:r>
            <a:r>
              <a:rPr lang="ko-KR" altLang="en-US" sz="1400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에 대한 세관통제 집중</a:t>
            </a:r>
            <a:endParaRPr lang="en-US" altLang="ko-KR" sz="1400" dirty="0" smtClean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just">
              <a:defRPr/>
            </a:pPr>
            <a:endParaRPr lang="en-US" altLang="ko-KR" sz="1200" dirty="0" smtClean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just">
              <a:defRPr/>
            </a:pPr>
            <a:r>
              <a:rPr lang="ko-KR" altLang="en-US" sz="600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               </a:t>
            </a:r>
            <a:r>
              <a:rPr lang="ko-KR" altLang="en-US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안전</a:t>
            </a:r>
            <a:r>
              <a:rPr lang="en-US" altLang="ko-KR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(Security)</a:t>
            </a:r>
            <a:r>
              <a:rPr lang="ko-KR" altLang="en-US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에 중점을 두되</a:t>
            </a:r>
            <a:r>
              <a:rPr lang="en-US" altLang="ko-KR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자국 통관환경을</a:t>
            </a:r>
            <a:r>
              <a:rPr lang="en-US" altLang="ko-KR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b="1" dirty="0" smtClean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맑은 고딕" pitchFamily="50" charset="-127"/>
                <a:ea typeface="맑은 고딕" pitchFamily="50" charset="-127"/>
              </a:rPr>
              <a:t>고려하여 탄력적 운영</a:t>
            </a:r>
            <a:endParaRPr lang="en-US" altLang="ko-KR" sz="1400" dirty="0" smtClean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57" name="Picture 9" descr="아이콘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6748" y="4825650"/>
            <a:ext cx="296863" cy="298803"/>
          </a:xfrm>
          <a:prstGeom prst="rect">
            <a:avLst/>
          </a:prstGeom>
          <a:noFill/>
        </p:spPr>
      </p:pic>
      <p:sp>
        <p:nvSpPr>
          <p:cNvPr id="359" name="AutoShape 406"/>
          <p:cNvSpPr>
            <a:spLocks noChangeArrowheads="1"/>
          </p:cNvSpPr>
          <p:nvPr/>
        </p:nvSpPr>
        <p:spPr bwMode="auto">
          <a:xfrm>
            <a:off x="1369990" y="4243392"/>
            <a:ext cx="6373857" cy="33486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006699"/>
              </a:gs>
              <a:gs pos="100000">
                <a:srgbClr val="002B56"/>
              </a:gs>
            </a:gsLst>
            <a:lin ang="2700000" scaled="1"/>
          </a:gradFill>
          <a:ln w="28575">
            <a:solidFill>
              <a:srgbClr val="FFFFFF"/>
            </a:solidFill>
            <a:round/>
            <a:headEnd/>
            <a:tailEnd/>
          </a:ln>
          <a:effectLst>
            <a:outerShdw blurRad="368300" dir="3240000" algn="ctr" rotWithShape="0">
              <a:schemeClr val="tx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ko-KR" sz="2000" b="1" dirty="0" smtClean="0">
                <a:solidFill>
                  <a:schemeClr val="bg1"/>
                </a:solidFill>
                <a:latin typeface="+mn-ea"/>
                <a:ea typeface="+mn-ea"/>
              </a:rPr>
              <a:t>AEO(Authorized Economic Operator) </a:t>
            </a:r>
            <a:r>
              <a:rPr lang="ko-KR" altLang="en-US" sz="2000" b="1" dirty="0" smtClean="0">
                <a:solidFill>
                  <a:schemeClr val="bg1"/>
                </a:solidFill>
                <a:latin typeface="+mn-ea"/>
                <a:ea typeface="+mn-ea"/>
              </a:rPr>
              <a:t>개념</a:t>
            </a:r>
            <a:r>
              <a:rPr lang="en-US" altLang="ko-KR" sz="20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endParaRPr lang="ko-KR" altLang="en-US" sz="2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360" name="Picture 9" descr="아이콘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5696" y="6204912"/>
            <a:ext cx="296863" cy="298803"/>
          </a:xfrm>
          <a:prstGeom prst="rect">
            <a:avLst/>
          </a:prstGeom>
          <a:noFill/>
        </p:spPr>
      </p:pic>
      <p:pic>
        <p:nvPicPr>
          <p:cNvPr id="361" name="Picture 9" descr="아이콘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6748" y="5554168"/>
            <a:ext cx="296863" cy="298803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제목 308"/>
          <p:cNvSpPr>
            <a:spLocks noGrp="1"/>
          </p:cNvSpPr>
          <p:nvPr>
            <p:ph type="title"/>
          </p:nvPr>
        </p:nvSpPr>
        <p:spPr>
          <a:xfrm>
            <a:off x="829748" y="333353"/>
            <a:ext cx="5099574" cy="703282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 smtClean="0">
                <a:latin typeface="휴먼둥근헤드라인" pitchFamily="18" charset="-127"/>
                <a:ea typeface="휴먼둥근헤드라인" pitchFamily="18" charset="-127"/>
              </a:rPr>
              <a:t>Ⅱ. AEO </a:t>
            </a:r>
            <a:r>
              <a:rPr lang="ko-KR" altLang="en-US" dirty="0" smtClean="0">
                <a:latin typeface="휴먼둥근헤드라인" pitchFamily="18" charset="-127"/>
                <a:ea typeface="휴먼둥근헤드라인" pitchFamily="18" charset="-127"/>
              </a:rPr>
              <a:t>공인 요건</a:t>
            </a:r>
            <a:endParaRPr lang="ko-KR" altLang="en-US" dirty="0"/>
          </a:p>
        </p:txBody>
      </p:sp>
      <p:grpSp>
        <p:nvGrpSpPr>
          <p:cNvPr id="40" name="그룹 48"/>
          <p:cNvGrpSpPr>
            <a:grpSpLocks/>
          </p:cNvGrpSpPr>
          <p:nvPr/>
        </p:nvGrpSpPr>
        <p:grpSpPr bwMode="auto">
          <a:xfrm>
            <a:off x="142875" y="1268760"/>
            <a:ext cx="8786813" cy="1549408"/>
            <a:chOff x="-142908" y="4456136"/>
            <a:chExt cx="9644130" cy="2071496"/>
          </a:xfrm>
        </p:grpSpPr>
        <p:pic>
          <p:nvPicPr>
            <p:cNvPr id="41" name="Picture 17" descr="그림자_0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-142908" y="4456136"/>
              <a:ext cx="9644130" cy="2071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" name="AutoShape 18"/>
            <p:cNvSpPr>
              <a:spLocks noChangeArrowheads="1"/>
            </p:cNvSpPr>
            <p:nvPr/>
          </p:nvSpPr>
          <p:spPr bwMode="auto">
            <a:xfrm>
              <a:off x="408321" y="4600599"/>
              <a:ext cx="8403891" cy="1641310"/>
            </a:xfrm>
            <a:prstGeom prst="roundRect">
              <a:avLst>
                <a:gd name="adj" fmla="val 11199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2700000" scaled="1"/>
            </a:gradFill>
            <a:ln w="38100" algn="ctr">
              <a:solidFill>
                <a:srgbClr val="FFFFFF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ko-KR" altLang="en-US"/>
            </a:p>
          </p:txBody>
        </p:sp>
        <p:pic>
          <p:nvPicPr>
            <p:cNvPr id="43" name="Picture 19" descr="그림111111-copy"/>
            <p:cNvPicPr preferRelativeResize="0"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28581" y="4556189"/>
              <a:ext cx="3386157" cy="6214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4" name="Text Box 34"/>
            <p:cNvSpPr txBox="1">
              <a:spLocks noChangeArrowheads="1"/>
            </p:cNvSpPr>
            <p:nvPr/>
          </p:nvSpPr>
          <p:spPr bwMode="auto">
            <a:xfrm>
              <a:off x="405638" y="4517845"/>
              <a:ext cx="4783171" cy="6106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altLang="ko-KR" sz="20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1. </a:t>
              </a:r>
              <a:r>
                <a:rPr lang="ko-KR" altLang="en-US" sz="2000" b="1" dirty="0" smtClean="0">
                  <a:solidFill>
                    <a:schemeClr val="bg1"/>
                  </a:solidFill>
                  <a:latin typeface="+mn-ea"/>
                  <a:ea typeface="+mn-ea"/>
                </a:rPr>
                <a:t>법규준수도</a:t>
              </a:r>
              <a:endParaRPr lang="en-US" altLang="ko-KR" sz="20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45" name="Text Box 35"/>
          <p:cNvSpPr txBox="1">
            <a:spLocks noChangeArrowheads="1"/>
          </p:cNvSpPr>
          <p:nvPr/>
        </p:nvSpPr>
        <p:spPr bwMode="auto">
          <a:xfrm>
            <a:off x="744447" y="1844825"/>
            <a:ext cx="732801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SzPct val="70000"/>
              <a:buFontTx/>
              <a:buBlip>
                <a:blip r:embed="rId5"/>
              </a:buBlip>
            </a:pPr>
            <a:r>
              <a:rPr kumimoji="0" lang="en-US" altLang="ko-KR" sz="2000" b="1" dirty="0">
                <a:latin typeface="+mn-ea"/>
                <a:ea typeface="+mn-ea"/>
              </a:rPr>
              <a:t> </a:t>
            </a:r>
            <a:r>
              <a:rPr kumimoji="0" lang="ko-KR" altLang="en-US" sz="2000" b="1" dirty="0" smtClean="0">
                <a:latin typeface="+mn-ea"/>
                <a:ea typeface="+mn-ea"/>
              </a:rPr>
              <a:t>과거 일정기간 동안 관세 관련 법규 위반 사실이 없을 것</a:t>
            </a:r>
            <a:endParaRPr kumimoji="0" lang="en-US" altLang="ko-KR" sz="2000" b="1" dirty="0" smtClean="0">
              <a:latin typeface="+mn-ea"/>
              <a:ea typeface="+mn-ea"/>
            </a:endParaRPr>
          </a:p>
          <a:p>
            <a:pPr>
              <a:lnSpc>
                <a:spcPct val="110000"/>
              </a:lnSpc>
              <a:buSzPct val="70000"/>
              <a:buFontTx/>
              <a:buBlip>
                <a:blip r:embed="rId5"/>
              </a:buBlip>
            </a:pPr>
            <a:r>
              <a:rPr kumimoji="0" lang="en-US" altLang="ko-KR" sz="2000" b="1" dirty="0" smtClean="0">
                <a:latin typeface="+mn-ea"/>
                <a:ea typeface="+mn-ea"/>
              </a:rPr>
              <a:t> </a:t>
            </a:r>
            <a:r>
              <a:rPr kumimoji="0" lang="ko-KR" altLang="en-US" sz="2000" b="1" dirty="0" smtClean="0">
                <a:latin typeface="+mn-ea"/>
                <a:ea typeface="+mn-ea"/>
              </a:rPr>
              <a:t>법규 위반으로 처벌 받은 임직원이 없을 것</a:t>
            </a:r>
            <a:endParaRPr kumimoji="0" lang="en-US" altLang="ko-KR" sz="2000" b="1" dirty="0">
              <a:latin typeface="+mn-ea"/>
              <a:ea typeface="+mn-ea"/>
            </a:endParaRPr>
          </a:p>
        </p:txBody>
      </p:sp>
      <p:grpSp>
        <p:nvGrpSpPr>
          <p:cNvPr id="62" name="그룹 61"/>
          <p:cNvGrpSpPr/>
          <p:nvPr/>
        </p:nvGrpSpPr>
        <p:grpSpPr>
          <a:xfrm>
            <a:off x="142905" y="3105104"/>
            <a:ext cx="8786813" cy="1618988"/>
            <a:chOff x="142905" y="2571744"/>
            <a:chExt cx="8786813" cy="1357322"/>
          </a:xfrm>
        </p:grpSpPr>
        <p:grpSp>
          <p:nvGrpSpPr>
            <p:cNvPr id="51" name="그룹 48"/>
            <p:cNvGrpSpPr>
              <a:grpSpLocks/>
            </p:cNvGrpSpPr>
            <p:nvPr/>
          </p:nvGrpSpPr>
          <p:grpSpPr bwMode="auto">
            <a:xfrm>
              <a:off x="142905" y="2571744"/>
              <a:ext cx="8786813" cy="1357322"/>
              <a:chOff x="-142908" y="4456136"/>
              <a:chExt cx="9644130" cy="2071496"/>
            </a:xfrm>
          </p:grpSpPr>
          <p:pic>
            <p:nvPicPr>
              <p:cNvPr id="52" name="Picture 17" descr="그림자_04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-142908" y="4456136"/>
                <a:ext cx="9644130" cy="20714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3" name="AutoShape 18"/>
              <p:cNvSpPr>
                <a:spLocks noChangeArrowheads="1"/>
              </p:cNvSpPr>
              <p:nvPr/>
            </p:nvSpPr>
            <p:spPr bwMode="auto">
              <a:xfrm>
                <a:off x="408321" y="4600599"/>
                <a:ext cx="8403891" cy="1641310"/>
              </a:xfrm>
              <a:prstGeom prst="roundRect">
                <a:avLst>
                  <a:gd name="adj" fmla="val 11199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2700000" scaled="1"/>
              </a:gradFill>
              <a:ln w="38100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/>
              </a:p>
            </p:txBody>
          </p:sp>
          <p:pic>
            <p:nvPicPr>
              <p:cNvPr id="54" name="Picture 19" descr="그림111111-copy"/>
              <p:cNvPicPr preferRelativeResize="0"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28581" y="4556189"/>
                <a:ext cx="3386157" cy="621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5" name="Text Box 34"/>
              <p:cNvSpPr txBox="1">
                <a:spLocks noChangeArrowheads="1"/>
              </p:cNvSpPr>
              <p:nvPr/>
            </p:nvSpPr>
            <p:spPr bwMode="auto">
              <a:xfrm>
                <a:off x="405638" y="4517845"/>
                <a:ext cx="4783171" cy="6106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 typeface="Wingdings" pitchFamily="2" charset="2"/>
                  <a:buNone/>
                </a:pPr>
                <a:r>
                  <a:rPr lang="en-US" altLang="ko-KR" sz="2000" b="1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2. </a:t>
                </a:r>
                <a:r>
                  <a:rPr lang="ko-KR" altLang="en-US" sz="2000" b="1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납세성실도</a:t>
                </a:r>
                <a:endParaRPr lang="en-US" altLang="ko-KR" sz="2000" b="1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56" name="Text Box 35"/>
            <p:cNvSpPr txBox="1">
              <a:spLocks noChangeArrowheads="1"/>
            </p:cNvSpPr>
            <p:nvPr/>
          </p:nvSpPr>
          <p:spPr bwMode="auto">
            <a:xfrm>
              <a:off x="714348" y="3143248"/>
              <a:ext cx="7328015" cy="371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buSzPct val="70000"/>
                <a:buFontTx/>
                <a:buBlip>
                  <a:blip r:embed="rId5"/>
                </a:buBlip>
              </a:pPr>
              <a:r>
                <a:rPr kumimoji="0" lang="en-US" altLang="ko-KR" b="1" dirty="0">
                  <a:latin typeface="+mn-ea"/>
                  <a:ea typeface="+mn-ea"/>
                </a:rPr>
                <a:t> </a:t>
              </a:r>
              <a:r>
                <a:rPr kumimoji="0" lang="ko-KR" altLang="en-US" sz="2000" b="1" dirty="0" smtClean="0">
                  <a:latin typeface="+mn-ea"/>
                  <a:ea typeface="+mn-ea"/>
                </a:rPr>
                <a:t>과거 </a:t>
              </a:r>
              <a:r>
                <a:rPr kumimoji="0" lang="en-US" altLang="ko-KR" sz="2000" b="1" dirty="0" smtClean="0">
                  <a:latin typeface="+mn-ea"/>
                  <a:ea typeface="+mn-ea"/>
                </a:rPr>
                <a:t>3</a:t>
              </a:r>
              <a:r>
                <a:rPr kumimoji="0" lang="ko-KR" altLang="en-US" sz="2000" b="1" dirty="0" smtClean="0">
                  <a:latin typeface="+mn-ea"/>
                  <a:ea typeface="+mn-ea"/>
                </a:rPr>
                <a:t>년간 관세 탈루 또는 체납 사실이 없을 것</a:t>
              </a:r>
              <a:endParaRPr kumimoji="0" lang="en-US" altLang="ko-KR" sz="2000" b="1" dirty="0">
                <a:latin typeface="+mn-ea"/>
                <a:ea typeface="+mn-ea"/>
              </a:endParaRPr>
            </a:p>
          </p:txBody>
        </p:sp>
      </p:grpSp>
      <p:grpSp>
        <p:nvGrpSpPr>
          <p:cNvPr id="63" name="그룹 62"/>
          <p:cNvGrpSpPr/>
          <p:nvPr/>
        </p:nvGrpSpPr>
        <p:grpSpPr>
          <a:xfrm>
            <a:off x="107504" y="4944632"/>
            <a:ext cx="8786813" cy="1649378"/>
            <a:chOff x="142905" y="2571744"/>
            <a:chExt cx="8786813" cy="1357322"/>
          </a:xfrm>
        </p:grpSpPr>
        <p:grpSp>
          <p:nvGrpSpPr>
            <p:cNvPr id="64" name="그룹 48"/>
            <p:cNvGrpSpPr>
              <a:grpSpLocks/>
            </p:cNvGrpSpPr>
            <p:nvPr/>
          </p:nvGrpSpPr>
          <p:grpSpPr bwMode="auto">
            <a:xfrm>
              <a:off x="142905" y="2571744"/>
              <a:ext cx="8786813" cy="1357322"/>
              <a:chOff x="-142908" y="4456136"/>
              <a:chExt cx="9644130" cy="2071496"/>
            </a:xfrm>
          </p:grpSpPr>
          <p:pic>
            <p:nvPicPr>
              <p:cNvPr id="66" name="Picture 17" descr="그림자_04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-142908" y="4456136"/>
                <a:ext cx="9644130" cy="20714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7" name="AutoShape 18"/>
              <p:cNvSpPr>
                <a:spLocks noChangeArrowheads="1"/>
              </p:cNvSpPr>
              <p:nvPr/>
            </p:nvSpPr>
            <p:spPr bwMode="auto">
              <a:xfrm>
                <a:off x="408321" y="4600599"/>
                <a:ext cx="8403891" cy="1641310"/>
              </a:xfrm>
              <a:prstGeom prst="roundRect">
                <a:avLst>
                  <a:gd name="adj" fmla="val 11199"/>
                </a:avLst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2700000" scaled="1"/>
              </a:gradFill>
              <a:ln w="38100" algn="ctr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ko-KR" altLang="en-US"/>
              </a:p>
            </p:txBody>
          </p:sp>
          <p:pic>
            <p:nvPicPr>
              <p:cNvPr id="68" name="Picture 19" descr="그림111111-copy"/>
              <p:cNvPicPr preferRelativeResize="0"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28581" y="4556189"/>
                <a:ext cx="3386157" cy="621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9" name="Text Box 34"/>
              <p:cNvSpPr txBox="1">
                <a:spLocks noChangeArrowheads="1"/>
              </p:cNvSpPr>
              <p:nvPr/>
            </p:nvSpPr>
            <p:spPr bwMode="auto">
              <a:xfrm>
                <a:off x="405638" y="4517845"/>
                <a:ext cx="4783171" cy="5025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buFont typeface="Wingdings" pitchFamily="2" charset="2"/>
                  <a:buNone/>
                </a:pPr>
                <a:r>
                  <a:rPr lang="en-US" altLang="ko-KR" sz="2000" b="1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3. </a:t>
                </a:r>
                <a:r>
                  <a:rPr lang="ko-KR" altLang="en-US" sz="2000" b="1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법규준수 역량</a:t>
                </a:r>
                <a:endParaRPr lang="en-US" altLang="ko-KR" sz="2000" b="1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65" name="Text Box 35"/>
            <p:cNvSpPr txBox="1">
              <a:spLocks noChangeArrowheads="1"/>
            </p:cNvSpPr>
            <p:nvPr/>
          </p:nvSpPr>
          <p:spPr bwMode="auto">
            <a:xfrm>
              <a:off x="714348" y="3055884"/>
              <a:ext cx="7328015" cy="6095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buSzPct val="70000"/>
                <a:buFontTx/>
                <a:buBlip>
                  <a:blip r:embed="rId5"/>
                </a:buBlip>
              </a:pPr>
              <a:r>
                <a:rPr kumimoji="0" lang="en-US" altLang="ko-KR" sz="2000" b="1" dirty="0">
                  <a:latin typeface="+mn-ea"/>
                  <a:ea typeface="+mn-ea"/>
                </a:rPr>
                <a:t> </a:t>
              </a:r>
              <a:r>
                <a:rPr kumimoji="0" lang="ko-KR" altLang="en-US" sz="2000" b="1" dirty="0" smtClean="0">
                  <a:latin typeface="+mn-ea"/>
                  <a:ea typeface="+mn-ea"/>
                </a:rPr>
                <a:t>관련 업무를 적정하게 수행할 수 있는 체제 구비</a:t>
              </a:r>
              <a:endParaRPr kumimoji="0" lang="en-US" altLang="ko-KR" sz="2000" b="1" dirty="0">
                <a:latin typeface="+mn-ea"/>
                <a:ea typeface="+mn-ea"/>
              </a:endParaRPr>
            </a:p>
            <a:p>
              <a:pPr>
                <a:lnSpc>
                  <a:spcPct val="110000"/>
                </a:lnSpc>
                <a:buSzPct val="70000"/>
              </a:pPr>
              <a:r>
                <a:rPr kumimoji="0" lang="en-US" altLang="ko-KR" sz="2000" b="1" dirty="0" smtClean="0">
                  <a:latin typeface="+mn-ea"/>
                  <a:ea typeface="+mn-ea"/>
                </a:rPr>
                <a:t> - </a:t>
              </a:r>
              <a:r>
                <a:rPr kumimoji="0" lang="ko-KR" altLang="en-US" sz="2000" b="1" dirty="0" smtClean="0">
                  <a:latin typeface="+mn-ea"/>
                  <a:ea typeface="+mn-ea"/>
                </a:rPr>
                <a:t>조직</a:t>
              </a:r>
              <a:r>
                <a:rPr kumimoji="0" lang="en-US" altLang="ko-KR" sz="2000" b="1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2000" b="1" dirty="0" smtClean="0">
                  <a:latin typeface="+mn-ea"/>
                  <a:ea typeface="+mn-ea"/>
                </a:rPr>
                <a:t>인력</a:t>
              </a:r>
              <a:r>
                <a:rPr kumimoji="0" lang="en-US" altLang="ko-KR" sz="2000" b="1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2000" b="1" dirty="0" smtClean="0">
                  <a:latin typeface="+mn-ea"/>
                  <a:ea typeface="+mn-ea"/>
                </a:rPr>
                <a:t>지식</a:t>
              </a:r>
              <a:r>
                <a:rPr kumimoji="0" lang="en-US" altLang="ko-KR" sz="2000" b="1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2000" b="1" dirty="0" smtClean="0">
                  <a:latin typeface="+mn-ea"/>
                  <a:ea typeface="+mn-ea"/>
                </a:rPr>
                <a:t>경험</a:t>
              </a:r>
              <a:r>
                <a:rPr kumimoji="0" lang="en-US" altLang="ko-KR" sz="2000" b="1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2000" b="1" dirty="0" smtClean="0">
                  <a:latin typeface="+mn-ea"/>
                  <a:ea typeface="+mn-ea"/>
                </a:rPr>
                <a:t>장비</a:t>
              </a:r>
              <a:r>
                <a:rPr kumimoji="0" lang="en-US" altLang="ko-KR" sz="2000" b="1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2000" b="1" dirty="0" smtClean="0">
                  <a:latin typeface="+mn-ea"/>
                  <a:ea typeface="+mn-ea"/>
                </a:rPr>
                <a:t>시설</a:t>
              </a:r>
              <a:r>
                <a:rPr kumimoji="0" lang="en-US" altLang="ko-KR" sz="2000" b="1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2000" b="1" dirty="0" smtClean="0">
                  <a:latin typeface="+mn-ea"/>
                  <a:ea typeface="+mn-ea"/>
                </a:rPr>
                <a:t>법령준수 규칙</a:t>
              </a:r>
              <a:endParaRPr kumimoji="0" lang="en-US" altLang="ko-KR" sz="2000" b="1" dirty="0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제목 308"/>
          <p:cNvSpPr>
            <a:spLocks noGrp="1"/>
          </p:cNvSpPr>
          <p:nvPr>
            <p:ph type="title"/>
          </p:nvPr>
        </p:nvSpPr>
        <p:spPr>
          <a:xfrm>
            <a:off x="829748" y="333353"/>
            <a:ext cx="5099574" cy="703282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 smtClean="0">
                <a:latin typeface="휴먼둥근헤드라인" pitchFamily="18" charset="-127"/>
                <a:ea typeface="휴먼둥근헤드라인" pitchFamily="18" charset="-127"/>
              </a:rPr>
              <a:t>Ⅲ. AEO </a:t>
            </a:r>
            <a:r>
              <a:rPr lang="ko-KR" altLang="en-US" dirty="0" smtClean="0">
                <a:latin typeface="휴먼둥근헤드라인" pitchFamily="18" charset="-127"/>
                <a:ea typeface="휴먼둥근헤드라인" pitchFamily="18" charset="-127"/>
              </a:rPr>
              <a:t>공인 절차</a:t>
            </a:r>
            <a:endParaRPr lang="ko-KR" altLang="en-US" dirty="0"/>
          </a:p>
        </p:txBody>
      </p:sp>
      <p:grpSp>
        <p:nvGrpSpPr>
          <p:cNvPr id="24" name="Group 2"/>
          <p:cNvGrpSpPr>
            <a:grpSpLocks/>
          </p:cNvGrpSpPr>
          <p:nvPr/>
        </p:nvGrpSpPr>
        <p:grpSpPr bwMode="auto">
          <a:xfrm>
            <a:off x="385734" y="1598494"/>
            <a:ext cx="8472546" cy="1185299"/>
            <a:chOff x="308" y="1913"/>
            <a:chExt cx="3697" cy="679"/>
          </a:xfrm>
        </p:grpSpPr>
        <p:grpSp>
          <p:nvGrpSpPr>
            <p:cNvPr id="33" name="Group 3"/>
            <p:cNvGrpSpPr>
              <a:grpSpLocks/>
            </p:cNvGrpSpPr>
            <p:nvPr/>
          </p:nvGrpSpPr>
          <p:grpSpPr bwMode="auto">
            <a:xfrm>
              <a:off x="1225" y="1926"/>
              <a:ext cx="2780" cy="644"/>
              <a:chOff x="1204" y="1160"/>
              <a:chExt cx="2780" cy="644"/>
            </a:xfrm>
          </p:grpSpPr>
          <p:sp>
            <p:nvSpPr>
              <p:cNvPr id="38" name="Rectangle 4"/>
              <p:cNvSpPr>
                <a:spLocks noChangeArrowheads="1"/>
              </p:cNvSpPr>
              <p:nvPr/>
            </p:nvSpPr>
            <p:spPr bwMode="auto">
              <a:xfrm>
                <a:off x="1204" y="1160"/>
                <a:ext cx="2780" cy="64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9" name="AutoShape 5"/>
              <p:cNvSpPr>
                <a:spLocks noChangeArrowheads="1"/>
              </p:cNvSpPr>
              <p:nvPr/>
            </p:nvSpPr>
            <p:spPr bwMode="auto">
              <a:xfrm>
                <a:off x="1231" y="1195"/>
                <a:ext cx="2727" cy="564"/>
              </a:xfrm>
              <a:prstGeom prst="roundRect">
                <a:avLst>
                  <a:gd name="adj" fmla="val 8426"/>
                </a:avLst>
              </a:prstGeom>
              <a:solidFill>
                <a:srgbClr val="FFFFFF"/>
              </a:solidFill>
              <a:ln w="12700">
                <a:noFill/>
                <a:round/>
                <a:headEnd/>
                <a:tailEnd type="none" w="sm" len="sm"/>
              </a:ln>
              <a:effectLst>
                <a:prstShdw prst="shdw18" dist="17961" dir="13500000">
                  <a:srgbClr val="FFFFFF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anchor="ctr"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1" dirty="0" smtClean="0">
                    <a:latin typeface="맑은 고딕" pitchFamily="50" charset="-127"/>
                    <a:ea typeface="맑은 고딕" pitchFamily="50" charset="-127"/>
                  </a:rPr>
                  <a:t>▪ </a:t>
                </a:r>
                <a:r>
                  <a:rPr lang="ko-KR" altLang="en-US" sz="2000" b="1" dirty="0" smtClean="0">
                    <a:latin typeface="맑은 고딕" pitchFamily="50" charset="-127"/>
                    <a:ea typeface="맑은 고딕" pitchFamily="50" charset="-127"/>
                  </a:rPr>
                  <a:t>세관 인증요건</a:t>
                </a:r>
                <a:r>
                  <a:rPr lang="en-US" altLang="ko-KR" sz="2000" b="1" dirty="0" smtClean="0">
                    <a:latin typeface="맑은 고딕" pitchFamily="50" charset="-127"/>
                    <a:ea typeface="맑은 고딕" pitchFamily="50" charset="-127"/>
                  </a:rPr>
                  <a:t> </a:t>
                </a:r>
                <a:r>
                  <a:rPr lang="ko-KR" altLang="en-US" sz="2000" b="1" dirty="0" smtClean="0">
                    <a:latin typeface="맑은 고딕" pitchFamily="50" charset="-127"/>
                    <a:ea typeface="맑은 고딕" pitchFamily="50" charset="-127"/>
                  </a:rPr>
                  <a:t>충족요령 등 무료 컨설팅 서비스</a:t>
                </a:r>
                <a:endParaRPr lang="en-US" altLang="ko-KR" sz="2000" b="1" dirty="0" smtClean="0">
                  <a:latin typeface="맑은 고딕" pitchFamily="50" charset="-127"/>
                  <a:ea typeface="맑은 고딕" pitchFamily="50" charset="-127"/>
                </a:endParaRPr>
              </a:p>
              <a:p>
                <a:r>
                  <a:rPr lang="en-US" altLang="ko-KR" sz="2000" b="1" dirty="0" smtClean="0">
                    <a:latin typeface="맑은 고딕" pitchFamily="50" charset="-127"/>
                    <a:ea typeface="맑은 고딕" pitchFamily="50" charset="-127"/>
                  </a:rPr>
                  <a:t>▪ </a:t>
                </a:r>
                <a:r>
                  <a:rPr lang="ko-KR" altLang="en-US" sz="2000" b="1" dirty="0" smtClean="0">
                    <a:latin typeface="맑은 고딕" pitchFamily="50" charset="-127"/>
                    <a:ea typeface="맑은 고딕" pitchFamily="50" charset="-127"/>
                  </a:rPr>
                  <a:t>세관 컨설팅 받아 신청 준비</a:t>
                </a:r>
                <a:r>
                  <a:rPr lang="ko-KR" altLang="en-US" b="1" dirty="0" smtClean="0">
                    <a:latin typeface="맑은 고딕" pitchFamily="50" charset="-127"/>
                    <a:ea typeface="맑은 고딕" pitchFamily="50" charset="-127"/>
                  </a:rPr>
                  <a:t>          </a:t>
                </a:r>
                <a:r>
                  <a:rPr lang="en-US" altLang="ko-KR" sz="1400" dirty="0" smtClean="0">
                    <a:latin typeface="맑은 고딕" pitchFamily="50" charset="-127"/>
                    <a:ea typeface="맑은 고딕" pitchFamily="50" charset="-127"/>
                  </a:rPr>
                  <a:t>  * </a:t>
                </a:r>
                <a:r>
                  <a:rPr lang="ko-KR" altLang="en-US" sz="1400" dirty="0" smtClean="0">
                    <a:latin typeface="맑은 고딕" pitchFamily="50" charset="-127"/>
                    <a:ea typeface="맑은 고딕" pitchFamily="50" charset="-127"/>
                  </a:rPr>
                  <a:t>통상 </a:t>
                </a:r>
                <a:r>
                  <a:rPr lang="en-US" altLang="ko-KR" sz="1400" dirty="0" smtClean="0">
                    <a:latin typeface="맑은 고딕" pitchFamily="50" charset="-127"/>
                    <a:ea typeface="맑은 고딕" pitchFamily="50" charset="-127"/>
                  </a:rPr>
                  <a:t>6</a:t>
                </a:r>
                <a:r>
                  <a:rPr lang="ko-KR" altLang="en-US" sz="1400" dirty="0" smtClean="0">
                    <a:latin typeface="맑은 고딕" pitchFamily="50" charset="-127"/>
                    <a:ea typeface="맑은 고딕" pitchFamily="50" charset="-127"/>
                  </a:rPr>
                  <a:t>월</a:t>
                </a:r>
                <a:r>
                  <a:rPr lang="en-US" altLang="ko-KR" sz="1400" dirty="0" smtClean="0">
                    <a:latin typeface="맑은 고딕" pitchFamily="50" charset="-127"/>
                    <a:ea typeface="맑은 고딕" pitchFamily="50" charset="-127"/>
                  </a:rPr>
                  <a:t>~1</a:t>
                </a:r>
                <a:r>
                  <a:rPr lang="ko-KR" altLang="en-US" sz="1400" dirty="0" smtClean="0">
                    <a:latin typeface="맑은 고딕" pitchFamily="50" charset="-127"/>
                    <a:ea typeface="맑은 고딕" pitchFamily="50" charset="-127"/>
                  </a:rPr>
                  <a:t>년 소요</a:t>
                </a:r>
                <a:endParaRPr lang="en-US" altLang="ko-KR" sz="1400" dirty="0" smtClean="0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34" name="Group 6"/>
            <p:cNvGrpSpPr>
              <a:grpSpLocks/>
            </p:cNvGrpSpPr>
            <p:nvPr/>
          </p:nvGrpSpPr>
          <p:grpSpPr bwMode="auto">
            <a:xfrm>
              <a:off x="308" y="1913"/>
              <a:ext cx="892" cy="679"/>
              <a:chOff x="-864" y="2343"/>
              <a:chExt cx="892" cy="679"/>
            </a:xfrm>
          </p:grpSpPr>
          <p:sp>
            <p:nvSpPr>
              <p:cNvPr id="35" name="AutoShape 7"/>
              <p:cNvSpPr>
                <a:spLocks noChangeArrowheads="1"/>
              </p:cNvSpPr>
              <p:nvPr/>
            </p:nvSpPr>
            <p:spPr bwMode="auto">
              <a:xfrm>
                <a:off x="-864" y="2350"/>
                <a:ext cx="864" cy="644"/>
              </a:xfrm>
              <a:prstGeom prst="flowChartPunchedCard">
                <a:avLst/>
              </a:prstGeom>
              <a:solidFill>
                <a:srgbClr val="CDE5AD"/>
              </a:solidFill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6" name="AutoShape 8"/>
              <p:cNvSpPr>
                <a:spLocks noChangeArrowheads="1"/>
              </p:cNvSpPr>
              <p:nvPr/>
            </p:nvSpPr>
            <p:spPr bwMode="auto">
              <a:xfrm>
                <a:off x="-836" y="2378"/>
                <a:ext cx="864" cy="644"/>
              </a:xfrm>
              <a:prstGeom prst="flowChartPunchedCard">
                <a:avLst/>
              </a:prstGeom>
              <a:solidFill>
                <a:schemeClr val="bg2">
                  <a:lumMod val="75000"/>
                </a:schemeClr>
              </a:solidFill>
              <a:ln w="19050">
                <a:noFill/>
                <a:miter lim="800000"/>
                <a:headEnd/>
                <a:tailEnd/>
              </a:ln>
              <a:effectLst>
                <a:prstShdw prst="shdw18" dist="17961" dir="13500000">
                  <a:srgbClr val="E4F1D3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7" name="Freeform 9"/>
              <p:cNvSpPr>
                <a:spLocks/>
              </p:cNvSpPr>
              <p:nvPr/>
            </p:nvSpPr>
            <p:spPr bwMode="auto">
              <a:xfrm>
                <a:off x="-864" y="2343"/>
                <a:ext cx="307" cy="2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7" y="2"/>
                  </a:cxn>
                  <a:cxn ang="0">
                    <a:pos x="1" y="286"/>
                  </a:cxn>
                  <a:cxn ang="0">
                    <a:pos x="0" y="0"/>
                  </a:cxn>
                </a:cxnLst>
                <a:rect l="0" t="0" r="r" b="b"/>
                <a:pathLst>
                  <a:path w="307" h="286">
                    <a:moveTo>
                      <a:pt x="0" y="0"/>
                    </a:moveTo>
                    <a:lnTo>
                      <a:pt x="307" y="2"/>
                    </a:lnTo>
                    <a:lnTo>
                      <a:pt x="1" y="2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 w="12700" cap="flat" cmpd="sng">
                <a:noFill/>
                <a:prstDash val="solid"/>
                <a:round/>
                <a:headEnd type="none" w="med" len="med"/>
                <a:tailEnd type="none" w="sm" len="sm"/>
              </a:ln>
              <a:effectLst>
                <a:prstShdw prst="shdw18" dist="17961" dir="13500000">
                  <a:srgbClr val="98C561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25" name="Group 18"/>
          <p:cNvGrpSpPr>
            <a:grpSpLocks/>
          </p:cNvGrpSpPr>
          <p:nvPr/>
        </p:nvGrpSpPr>
        <p:grpSpPr bwMode="auto">
          <a:xfrm>
            <a:off x="385734" y="3301792"/>
            <a:ext cx="8472546" cy="1171272"/>
            <a:chOff x="308" y="1071"/>
            <a:chExt cx="3697" cy="671"/>
          </a:xfrm>
        </p:grpSpPr>
        <p:grpSp>
          <p:nvGrpSpPr>
            <p:cNvPr id="26" name="Group 19"/>
            <p:cNvGrpSpPr>
              <a:grpSpLocks/>
            </p:cNvGrpSpPr>
            <p:nvPr/>
          </p:nvGrpSpPr>
          <p:grpSpPr bwMode="auto">
            <a:xfrm>
              <a:off x="1225" y="1080"/>
              <a:ext cx="2780" cy="640"/>
              <a:chOff x="1204" y="312"/>
              <a:chExt cx="2780" cy="640"/>
            </a:xfrm>
          </p:grpSpPr>
          <p:sp>
            <p:nvSpPr>
              <p:cNvPr id="31" name="Rectangle 20"/>
              <p:cNvSpPr>
                <a:spLocks noChangeArrowheads="1"/>
              </p:cNvSpPr>
              <p:nvPr/>
            </p:nvSpPr>
            <p:spPr bwMode="auto">
              <a:xfrm>
                <a:off x="1204" y="312"/>
                <a:ext cx="2780" cy="640"/>
              </a:xfrm>
              <a:prstGeom prst="rect">
                <a:avLst/>
              </a:prstGeom>
              <a:solidFill>
                <a:srgbClr val="F9CB07"/>
              </a:solidFill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2" name="AutoShape 21"/>
              <p:cNvSpPr>
                <a:spLocks noChangeArrowheads="1"/>
              </p:cNvSpPr>
              <p:nvPr/>
            </p:nvSpPr>
            <p:spPr bwMode="auto">
              <a:xfrm>
                <a:off x="1231" y="355"/>
                <a:ext cx="2727" cy="564"/>
              </a:xfrm>
              <a:prstGeom prst="roundRect">
                <a:avLst>
                  <a:gd name="adj" fmla="val 8426"/>
                </a:avLst>
              </a:prstGeom>
              <a:solidFill>
                <a:srgbClr val="FFFFFF"/>
              </a:solidFill>
              <a:ln w="12700">
                <a:noFill/>
                <a:round/>
                <a:headEnd/>
                <a:tailEnd type="none" w="sm" len="sm"/>
              </a:ln>
              <a:effectLst>
                <a:prstShdw prst="shdw18" dist="17961" dir="13500000">
                  <a:srgbClr val="FFFFFF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anchor="ctr"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1" dirty="0" smtClean="0">
                    <a:latin typeface="맑은 고딕" pitchFamily="50" charset="-127"/>
                    <a:ea typeface="맑은 고딕" pitchFamily="50" charset="-127"/>
                  </a:rPr>
                  <a:t>▪ </a:t>
                </a:r>
                <a:r>
                  <a:rPr lang="ko-KR" altLang="en-US" sz="2000" b="1" dirty="0" smtClean="0">
                    <a:latin typeface="맑은 고딕" pitchFamily="50" charset="-127"/>
                    <a:ea typeface="맑은 고딕" pitchFamily="50" charset="-127"/>
                  </a:rPr>
                  <a:t>주 사업소 소재지 세관에 인증 신청</a:t>
                </a:r>
                <a:endParaRPr lang="en-US" altLang="ko-KR" sz="2000" b="1" dirty="0" smtClean="0">
                  <a:latin typeface="맑은 고딕" pitchFamily="50" charset="-127"/>
                  <a:ea typeface="맑은 고딕" pitchFamily="50" charset="-127"/>
                </a:endParaRPr>
              </a:p>
              <a:p>
                <a:r>
                  <a:rPr lang="en-US" altLang="ko-KR" sz="2000" b="1" dirty="0" smtClean="0">
                    <a:latin typeface="맑은 고딕" pitchFamily="50" charset="-127"/>
                    <a:ea typeface="맑은 고딕" pitchFamily="50" charset="-127"/>
                  </a:rPr>
                  <a:t>▪ </a:t>
                </a:r>
                <a:r>
                  <a:rPr lang="ko-KR" altLang="en-US" sz="2000" b="1" dirty="0" smtClean="0">
                    <a:latin typeface="맑은 고딕" pitchFamily="50" charset="-127"/>
                    <a:ea typeface="맑은 고딕" pitchFamily="50" charset="-127"/>
                  </a:rPr>
                  <a:t>세관 적격 심사 후 인증서 교부         </a:t>
                </a:r>
                <a:r>
                  <a:rPr lang="en-US" altLang="ko-KR" sz="2000" dirty="0" smtClean="0">
                    <a:latin typeface="맑은 고딕" pitchFamily="50" charset="-127"/>
                    <a:ea typeface="맑은 고딕" pitchFamily="50" charset="-127"/>
                  </a:rPr>
                  <a:t> </a:t>
                </a:r>
                <a:r>
                  <a:rPr lang="en-US" altLang="ko-KR" sz="1200" dirty="0" smtClean="0">
                    <a:latin typeface="맑은 고딕" pitchFamily="50" charset="-127"/>
                    <a:ea typeface="맑은 고딕" pitchFamily="50" charset="-127"/>
                  </a:rPr>
                  <a:t>* </a:t>
                </a:r>
                <a:r>
                  <a:rPr lang="ko-KR" altLang="en-US" sz="1200" dirty="0" smtClean="0">
                    <a:latin typeface="맑은 고딕" pitchFamily="50" charset="-127"/>
                    <a:ea typeface="맑은 고딕" pitchFamily="50" charset="-127"/>
                  </a:rPr>
                  <a:t>약 </a:t>
                </a:r>
                <a:r>
                  <a:rPr lang="en-US" altLang="ko-KR" sz="1200" dirty="0" smtClean="0">
                    <a:latin typeface="맑은 고딕" pitchFamily="50" charset="-127"/>
                    <a:ea typeface="맑은 고딕" pitchFamily="50" charset="-127"/>
                  </a:rPr>
                  <a:t>1</a:t>
                </a:r>
                <a:r>
                  <a:rPr lang="ko-KR" altLang="en-US" sz="1200" dirty="0" smtClean="0">
                    <a:latin typeface="맑은 고딕" pitchFamily="50" charset="-127"/>
                    <a:ea typeface="맑은 고딕" pitchFamily="50" charset="-127"/>
                  </a:rPr>
                  <a:t>개월 소요</a:t>
                </a:r>
                <a:endParaRPr lang="en-US" altLang="ko-KR" sz="1200" dirty="0" smtClean="0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27" name="Group 22"/>
            <p:cNvGrpSpPr>
              <a:grpSpLocks/>
            </p:cNvGrpSpPr>
            <p:nvPr/>
          </p:nvGrpSpPr>
          <p:grpSpPr bwMode="auto">
            <a:xfrm>
              <a:off x="308" y="1071"/>
              <a:ext cx="892" cy="671"/>
              <a:chOff x="-864" y="1501"/>
              <a:chExt cx="892" cy="671"/>
            </a:xfrm>
          </p:grpSpPr>
          <p:sp>
            <p:nvSpPr>
              <p:cNvPr id="28" name="AutoShape 23"/>
              <p:cNvSpPr>
                <a:spLocks noChangeArrowheads="1"/>
              </p:cNvSpPr>
              <p:nvPr/>
            </p:nvSpPr>
            <p:spPr bwMode="auto">
              <a:xfrm>
                <a:off x="-864" y="1508"/>
                <a:ext cx="864" cy="640"/>
              </a:xfrm>
              <a:prstGeom prst="flowChartPunchedCard">
                <a:avLst/>
              </a:prstGeom>
              <a:solidFill>
                <a:srgbClr val="CDE5AD"/>
              </a:solidFill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9" name="AutoShape 24"/>
              <p:cNvSpPr>
                <a:spLocks noChangeArrowheads="1"/>
              </p:cNvSpPr>
              <p:nvPr/>
            </p:nvSpPr>
            <p:spPr bwMode="auto">
              <a:xfrm>
                <a:off x="-836" y="1532"/>
                <a:ext cx="864" cy="640"/>
              </a:xfrm>
              <a:prstGeom prst="flowChartPunchedCard">
                <a:avLst/>
              </a:prstGeom>
              <a:solidFill>
                <a:srgbClr val="F9CB07"/>
              </a:solidFill>
              <a:ln w="19050">
                <a:noFill/>
                <a:miter lim="800000"/>
                <a:headEnd/>
                <a:tailEnd/>
              </a:ln>
              <a:effectLst>
                <a:prstShdw prst="shdw18" dist="17961" dir="13500000">
                  <a:srgbClr val="E4F1D3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0" name="Freeform 25"/>
              <p:cNvSpPr>
                <a:spLocks/>
              </p:cNvSpPr>
              <p:nvPr/>
            </p:nvSpPr>
            <p:spPr bwMode="auto">
              <a:xfrm>
                <a:off x="-864" y="1501"/>
                <a:ext cx="307" cy="2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7" y="2"/>
                  </a:cxn>
                  <a:cxn ang="0">
                    <a:pos x="1" y="286"/>
                  </a:cxn>
                  <a:cxn ang="0">
                    <a:pos x="0" y="0"/>
                  </a:cxn>
                </a:cxnLst>
                <a:rect l="0" t="0" r="r" b="b"/>
                <a:pathLst>
                  <a:path w="307" h="286">
                    <a:moveTo>
                      <a:pt x="0" y="0"/>
                    </a:moveTo>
                    <a:lnTo>
                      <a:pt x="307" y="2"/>
                    </a:lnTo>
                    <a:lnTo>
                      <a:pt x="1" y="2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F9B21"/>
              </a:solidFill>
              <a:ln w="12700" cap="flat" cmpd="sng">
                <a:noFill/>
                <a:prstDash val="solid"/>
                <a:round/>
                <a:headEnd type="none" w="med" len="med"/>
                <a:tailEnd type="none" w="sm" len="sm"/>
              </a:ln>
              <a:effectLst>
                <a:prstShdw prst="shdw18" dist="17961" dir="13500000">
                  <a:srgbClr val="98C561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40" name="TextBox 39"/>
          <p:cNvSpPr txBox="1"/>
          <p:nvPr/>
        </p:nvSpPr>
        <p:spPr>
          <a:xfrm>
            <a:off x="714348" y="1811436"/>
            <a:ext cx="1493054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ko-KR" altLang="en-US" sz="24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인증신청</a:t>
            </a:r>
            <a:endParaRPr lang="en-US" altLang="ko-KR" sz="2400" b="1" spc="50" dirty="0" smtClean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  <a:p>
            <a:pPr algn="ctr"/>
            <a:r>
              <a:rPr lang="ko-KR" altLang="en-US" sz="24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준비</a:t>
            </a:r>
            <a:endParaRPr lang="ko-KR" altLang="en-US" sz="2400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28596" y="3519478"/>
            <a:ext cx="2038364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ko-KR" altLang="en-US" sz="24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인증 신청 </a:t>
            </a:r>
            <a:endParaRPr lang="en-US" altLang="ko-KR" sz="2400" b="1" spc="50" dirty="0" smtClean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  <a:p>
            <a:pPr algn="ctr"/>
            <a:r>
              <a:rPr lang="ko-KR" altLang="en-US" sz="24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및 인증</a:t>
            </a:r>
            <a:endParaRPr lang="en-US" altLang="ko-KR" sz="2400" b="1" spc="50" dirty="0" smtClean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</p:txBody>
      </p:sp>
      <p:grpSp>
        <p:nvGrpSpPr>
          <p:cNvPr id="47" name="Group 2"/>
          <p:cNvGrpSpPr>
            <a:grpSpLocks/>
          </p:cNvGrpSpPr>
          <p:nvPr/>
        </p:nvGrpSpPr>
        <p:grpSpPr bwMode="auto">
          <a:xfrm>
            <a:off x="467544" y="4869160"/>
            <a:ext cx="8472546" cy="1185299"/>
            <a:chOff x="308" y="1913"/>
            <a:chExt cx="3697" cy="679"/>
          </a:xfrm>
        </p:grpSpPr>
        <p:grpSp>
          <p:nvGrpSpPr>
            <p:cNvPr id="48" name="Group 3"/>
            <p:cNvGrpSpPr>
              <a:grpSpLocks/>
            </p:cNvGrpSpPr>
            <p:nvPr/>
          </p:nvGrpSpPr>
          <p:grpSpPr bwMode="auto">
            <a:xfrm>
              <a:off x="1225" y="1926"/>
              <a:ext cx="2780" cy="644"/>
              <a:chOff x="1204" y="1160"/>
              <a:chExt cx="2780" cy="644"/>
            </a:xfrm>
          </p:grpSpPr>
          <p:sp>
            <p:nvSpPr>
              <p:cNvPr id="58" name="Rectangle 4"/>
              <p:cNvSpPr>
                <a:spLocks noChangeArrowheads="1"/>
              </p:cNvSpPr>
              <p:nvPr/>
            </p:nvSpPr>
            <p:spPr bwMode="auto">
              <a:xfrm>
                <a:off x="1204" y="1160"/>
                <a:ext cx="2780" cy="6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9" name="AutoShape 5"/>
              <p:cNvSpPr>
                <a:spLocks noChangeArrowheads="1"/>
              </p:cNvSpPr>
              <p:nvPr/>
            </p:nvSpPr>
            <p:spPr bwMode="auto">
              <a:xfrm>
                <a:off x="1231" y="1195"/>
                <a:ext cx="2727" cy="564"/>
              </a:xfrm>
              <a:prstGeom prst="roundRect">
                <a:avLst>
                  <a:gd name="adj" fmla="val 8426"/>
                </a:avLst>
              </a:prstGeom>
              <a:solidFill>
                <a:srgbClr val="FFFFFF"/>
              </a:solidFill>
              <a:ln w="12700">
                <a:noFill/>
                <a:round/>
                <a:headEnd/>
                <a:tailEnd type="none" w="sm" len="sm"/>
              </a:ln>
              <a:effectLst>
                <a:prstShdw prst="shdw18" dist="17961" dir="13500000">
                  <a:srgbClr val="FFFFFF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anchor="ctr"/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1" dirty="0" smtClean="0">
                    <a:latin typeface="맑은 고딕" pitchFamily="50" charset="-127"/>
                    <a:ea typeface="맑은 고딕" pitchFamily="50" charset="-127"/>
                  </a:rPr>
                  <a:t>▪ </a:t>
                </a:r>
                <a:r>
                  <a:rPr lang="ko-KR" altLang="en-US" sz="2000" b="1" dirty="0" smtClean="0">
                    <a:latin typeface="맑은 고딕" pitchFamily="50" charset="-127"/>
                    <a:ea typeface="맑은 고딕" pitchFamily="50" charset="-127"/>
                  </a:rPr>
                  <a:t>전국 세관에서 혜택 부여</a:t>
                </a:r>
                <a:endParaRPr lang="en-US" altLang="ko-KR" sz="2000" b="1" dirty="0" smtClean="0">
                  <a:latin typeface="맑은 고딕" pitchFamily="50" charset="-127"/>
                  <a:ea typeface="맑은 고딕" pitchFamily="50" charset="-127"/>
                </a:endParaRPr>
              </a:p>
              <a:p>
                <a:r>
                  <a:rPr lang="en-US" altLang="ko-KR" sz="2000" b="1" dirty="0" smtClean="0">
                    <a:latin typeface="맑은 고딕" pitchFamily="50" charset="-127"/>
                    <a:ea typeface="맑은 고딕" pitchFamily="50" charset="-127"/>
                  </a:rPr>
                  <a:t>▪ </a:t>
                </a:r>
                <a:r>
                  <a:rPr lang="ko-KR" altLang="en-US" sz="2000" b="1" dirty="0" smtClean="0">
                    <a:latin typeface="맑은 고딕" pitchFamily="50" charset="-127"/>
                    <a:ea typeface="맑은 고딕" pitchFamily="50" charset="-127"/>
                  </a:rPr>
                  <a:t>매년 자율 점검</a:t>
                </a:r>
                <a:r>
                  <a:rPr lang="en-US" altLang="ko-KR" sz="2000" b="1" dirty="0" smtClean="0">
                    <a:latin typeface="맑은 고딕" pitchFamily="50" charset="-127"/>
                    <a:ea typeface="맑은 고딕" pitchFamily="50" charset="-127"/>
                  </a:rPr>
                  <a:t>, </a:t>
                </a:r>
                <a:r>
                  <a:rPr lang="ko-KR" altLang="en-US" sz="2000" b="1" dirty="0" smtClean="0">
                    <a:latin typeface="맑은 고딕" pitchFamily="50" charset="-127"/>
                    <a:ea typeface="맑은 고딕" pitchFamily="50" charset="-127"/>
                  </a:rPr>
                  <a:t>세관 정기 점검</a:t>
                </a:r>
                <a:r>
                  <a:rPr lang="en-US" altLang="ko-KR" sz="2000" b="1" dirty="0" smtClean="0">
                    <a:latin typeface="맑은 고딕" pitchFamily="50" charset="-127"/>
                    <a:ea typeface="맑은 고딕" pitchFamily="50" charset="-127"/>
                  </a:rPr>
                  <a:t>(2~4</a:t>
                </a:r>
                <a:r>
                  <a:rPr lang="ko-KR" altLang="en-US" sz="2000" b="1" dirty="0" smtClean="0">
                    <a:latin typeface="맑은 고딕" pitchFamily="50" charset="-127"/>
                    <a:ea typeface="맑은 고딕" pitchFamily="50" charset="-127"/>
                  </a:rPr>
                  <a:t>년 간격</a:t>
                </a:r>
                <a:r>
                  <a:rPr lang="en-US" altLang="ko-KR" sz="2000" b="1" dirty="0" smtClean="0">
                    <a:latin typeface="맑은 고딕" pitchFamily="50" charset="-127"/>
                    <a:ea typeface="맑은 고딕" pitchFamily="50" charset="-127"/>
                  </a:rPr>
                  <a:t>)</a:t>
                </a:r>
                <a:endParaRPr lang="en-US" altLang="ko-KR" sz="2000" dirty="0" smtClean="0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9" name="Group 6"/>
            <p:cNvGrpSpPr>
              <a:grpSpLocks/>
            </p:cNvGrpSpPr>
            <p:nvPr/>
          </p:nvGrpSpPr>
          <p:grpSpPr bwMode="auto">
            <a:xfrm>
              <a:off x="308" y="1913"/>
              <a:ext cx="892" cy="679"/>
              <a:chOff x="-864" y="2343"/>
              <a:chExt cx="892" cy="679"/>
            </a:xfrm>
          </p:grpSpPr>
          <p:sp>
            <p:nvSpPr>
              <p:cNvPr id="50" name="AutoShape 7"/>
              <p:cNvSpPr>
                <a:spLocks noChangeArrowheads="1"/>
              </p:cNvSpPr>
              <p:nvPr/>
            </p:nvSpPr>
            <p:spPr bwMode="auto">
              <a:xfrm>
                <a:off x="-864" y="2350"/>
                <a:ext cx="864" cy="644"/>
              </a:xfrm>
              <a:prstGeom prst="flowChartPunchedCard">
                <a:avLst/>
              </a:prstGeom>
              <a:solidFill>
                <a:srgbClr val="CDE5AD"/>
              </a:solidFill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1" name="AutoShape 8"/>
              <p:cNvSpPr>
                <a:spLocks noChangeArrowheads="1"/>
              </p:cNvSpPr>
              <p:nvPr/>
            </p:nvSpPr>
            <p:spPr bwMode="auto">
              <a:xfrm>
                <a:off x="-836" y="2378"/>
                <a:ext cx="864" cy="644"/>
              </a:xfrm>
              <a:prstGeom prst="flowChartPunchedCard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noFill/>
                <a:miter lim="800000"/>
                <a:headEnd/>
                <a:tailEnd/>
              </a:ln>
              <a:effectLst>
                <a:prstShdw prst="shdw18" dist="17961" dir="13500000">
                  <a:srgbClr val="E4F1D3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/>
              </p:cNvSpPr>
              <p:nvPr/>
            </p:nvSpPr>
            <p:spPr bwMode="auto">
              <a:xfrm>
                <a:off x="-864" y="2343"/>
                <a:ext cx="307" cy="2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07" y="2"/>
                  </a:cxn>
                  <a:cxn ang="0">
                    <a:pos x="1" y="286"/>
                  </a:cxn>
                  <a:cxn ang="0">
                    <a:pos x="0" y="0"/>
                  </a:cxn>
                </a:cxnLst>
                <a:rect l="0" t="0" r="r" b="b"/>
                <a:pathLst>
                  <a:path w="307" h="286">
                    <a:moveTo>
                      <a:pt x="0" y="0"/>
                    </a:moveTo>
                    <a:lnTo>
                      <a:pt x="307" y="2"/>
                    </a:lnTo>
                    <a:lnTo>
                      <a:pt x="1" y="2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 w="12700" cap="flat" cmpd="sng">
                <a:noFill/>
                <a:prstDash val="solid"/>
                <a:round/>
                <a:headEnd type="none" w="med" len="med"/>
                <a:tailEnd type="none" w="sm" len="sm"/>
              </a:ln>
              <a:effectLst>
                <a:prstShdw prst="shdw18" dist="17961" dir="13500000">
                  <a:srgbClr val="98C561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60" name="TextBox 59"/>
          <p:cNvSpPr txBox="1"/>
          <p:nvPr/>
        </p:nvSpPr>
        <p:spPr>
          <a:xfrm>
            <a:off x="357158" y="1598494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</a:rPr>
              <a:t>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57158" y="3297946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</a:rPr>
              <a:t>2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08932" y="4847608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</a:rPr>
              <a:t>3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28596" y="5262129"/>
            <a:ext cx="20383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ko-KR" altLang="en-US" sz="24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HY울릉도M" pitchFamily="18" charset="-127"/>
                <a:ea typeface="HY울릉도M" pitchFamily="18" charset="-127"/>
              </a:rPr>
              <a:t>인증효력</a:t>
            </a:r>
            <a:endParaRPr lang="en-US" altLang="ko-KR" sz="2400" b="1" spc="50" dirty="0" smtClean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HY울릉도M" pitchFamily="18" charset="-127"/>
              <a:ea typeface="HY울릉도M" pitchFamily="18" charset="-127"/>
            </a:endParaRPr>
          </a:p>
        </p:txBody>
      </p:sp>
      <p:sp>
        <p:nvSpPr>
          <p:cNvPr id="64" name="아래쪽 화살표 63"/>
          <p:cNvSpPr/>
          <p:nvPr/>
        </p:nvSpPr>
        <p:spPr>
          <a:xfrm>
            <a:off x="1071538" y="2953202"/>
            <a:ext cx="785818" cy="2143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아래쪽 화살표 69"/>
          <p:cNvSpPr/>
          <p:nvPr/>
        </p:nvSpPr>
        <p:spPr>
          <a:xfrm>
            <a:off x="1071538" y="4544502"/>
            <a:ext cx="785818" cy="2143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왼쪽/오른쪽 화살표 설명선 46"/>
          <p:cNvSpPr/>
          <p:nvPr/>
        </p:nvSpPr>
        <p:spPr>
          <a:xfrm>
            <a:off x="3357554" y="2428868"/>
            <a:ext cx="2428892" cy="2714644"/>
          </a:xfrm>
          <a:prstGeom prst="leftRightArrowCallou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" name="제목 308"/>
          <p:cNvSpPr>
            <a:spLocks noGrp="1"/>
          </p:cNvSpPr>
          <p:nvPr>
            <p:ph type="title"/>
          </p:nvPr>
        </p:nvSpPr>
        <p:spPr>
          <a:xfrm>
            <a:off x="829748" y="333353"/>
            <a:ext cx="5099574" cy="703282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 smtClean="0">
                <a:latin typeface="휴먼둥근헤드라인" pitchFamily="18" charset="-127"/>
                <a:ea typeface="휴먼둥근헤드라인" pitchFamily="18" charset="-127"/>
              </a:rPr>
              <a:t>Ⅳ. AEO </a:t>
            </a:r>
            <a:r>
              <a:rPr lang="ko-KR" altLang="en-US" dirty="0" smtClean="0">
                <a:latin typeface="휴먼둥근헤드라인" pitchFamily="18" charset="-127"/>
                <a:ea typeface="휴먼둥근헤드라인" pitchFamily="18" charset="-127"/>
              </a:rPr>
              <a:t>공인 혜택</a:t>
            </a:r>
            <a:endParaRPr lang="ko-KR" altLang="en-US" dirty="0"/>
          </a:p>
        </p:txBody>
      </p:sp>
      <p:pic>
        <p:nvPicPr>
          <p:cNvPr id="42" name="그림 5" descr="1.bmp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1934" y="3214686"/>
            <a:ext cx="1000132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4" name="다이어그램 43"/>
          <p:cNvGraphicFramePr/>
          <p:nvPr/>
        </p:nvGraphicFramePr>
        <p:xfrm>
          <a:off x="285720" y="1285860"/>
          <a:ext cx="3000396" cy="528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5" name="다이어그램 44"/>
          <p:cNvGraphicFramePr/>
          <p:nvPr/>
        </p:nvGraphicFramePr>
        <p:xfrm>
          <a:off x="5857884" y="1285860"/>
          <a:ext cx="2905124" cy="528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그림 113" descr="지도_d.png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lum bright="-7000" contrast="28000"/>
          </a:blip>
          <a:stretch>
            <a:fillRect/>
          </a:stretch>
        </p:blipFill>
        <p:spPr bwMode="auto">
          <a:xfrm>
            <a:off x="1809726" y="1960765"/>
            <a:ext cx="4828731" cy="2865958"/>
          </a:xfrm>
          <a:prstGeom prst="rect">
            <a:avLst/>
          </a:prstGeom>
        </p:spPr>
      </p:pic>
      <p:sp>
        <p:nvSpPr>
          <p:cNvPr id="309" name="제목 308"/>
          <p:cNvSpPr>
            <a:spLocks noGrp="1"/>
          </p:cNvSpPr>
          <p:nvPr>
            <p:ph type="title"/>
          </p:nvPr>
        </p:nvSpPr>
        <p:spPr>
          <a:xfrm>
            <a:off x="829748" y="333353"/>
            <a:ext cx="5099574" cy="70328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ko-KR" dirty="0" smtClean="0">
                <a:latin typeface="휴먼둥근헤드라인" pitchFamily="18" charset="-127"/>
                <a:ea typeface="휴먼둥근헤드라인" pitchFamily="18" charset="-127"/>
              </a:rPr>
              <a:t>Ⅴ. AEO MRA(</a:t>
            </a:r>
            <a:r>
              <a:rPr lang="ko-KR" altLang="en-US" dirty="0" smtClean="0">
                <a:latin typeface="휴먼둥근헤드라인" pitchFamily="18" charset="-127"/>
                <a:ea typeface="휴먼둥근헤드라인" pitchFamily="18" charset="-127"/>
              </a:rPr>
              <a:t>상호인정</a:t>
            </a:r>
            <a:r>
              <a:rPr lang="en-US" altLang="ko-KR" dirty="0" smtClean="0">
                <a:latin typeface="휴먼둥근헤드라인" pitchFamily="18" charset="-127"/>
                <a:ea typeface="휴먼둥근헤드라인" pitchFamily="18" charset="-127"/>
              </a:rPr>
              <a:t>) </a:t>
            </a:r>
            <a:r>
              <a:rPr lang="ko-KR" altLang="en-US" dirty="0" smtClean="0">
                <a:latin typeface="휴먼둥근헤드라인" pitchFamily="18" charset="-127"/>
                <a:ea typeface="휴먼둥근헤드라인" pitchFamily="18" charset="-127"/>
              </a:rPr>
              <a:t>추진 현황</a:t>
            </a:r>
            <a:endParaRPr lang="ko-KR" altLang="en-US" dirty="0"/>
          </a:p>
        </p:txBody>
      </p:sp>
      <p:pic>
        <p:nvPicPr>
          <p:cNvPr id="8" name="Picture 12" descr="http://www.sitographics.com/enciclog/banderas/america/image/canada.gif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12006" y="5477097"/>
            <a:ext cx="512760" cy="34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http://www.sitographics.com/enciclog/banderas/asia/image/coreasur.gif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24304" y="5591190"/>
            <a:ext cx="571500" cy="38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6" descr="http://www.sitographics.com/enciclog/banderas/america/image/estadosun.gif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023908" y="3162298"/>
            <a:ext cx="452438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http://www.sitographics.com/enciclog/banderas/asia/image/singapur.gif">
            <a:hlinkClick r:id="rId10"/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595808" y="6288435"/>
            <a:ext cx="571500" cy="38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8" descr="http://www.sitographics.com/enciclog/banderas/europa/image/suiza.gif">
            <a:hlinkClick r:id="rId12"/>
          </p:cNvPr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667378" y="1233472"/>
            <a:ext cx="428628" cy="306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20" descr="http://www.sitographics.com/enciclog/banderas/europa/image/noruega.gif">
            <a:hlinkClick r:id="rId14"/>
          </p:cNvPr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070593" y="1800902"/>
            <a:ext cx="432488" cy="285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132 Elipse"/>
          <p:cNvSpPr/>
          <p:nvPr/>
        </p:nvSpPr>
        <p:spPr>
          <a:xfrm>
            <a:off x="2595551" y="3590933"/>
            <a:ext cx="1000125" cy="10001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002F80"/>
              </a:solidFill>
              <a:latin typeface="Calibri" pitchFamily="34" charset="0"/>
              <a:ea typeface="Geneva"/>
              <a:cs typeface="Arial" charset="0"/>
            </a:endParaRPr>
          </a:p>
        </p:txBody>
      </p:sp>
      <p:sp>
        <p:nvSpPr>
          <p:cNvPr id="15" name="133 CuadroTexto"/>
          <p:cNvSpPr txBox="1">
            <a:spLocks noChangeArrowheads="1"/>
          </p:cNvSpPr>
          <p:nvPr/>
        </p:nvSpPr>
        <p:spPr bwMode="auto">
          <a:xfrm>
            <a:off x="428596" y="3124885"/>
            <a:ext cx="73818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미국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pic>
        <p:nvPicPr>
          <p:cNvPr id="16" name="Picture 22" descr="http://www.sitographics.com/enciclog/banderas/oceania/image/nzelanda.gif">
            <a:hlinkClick r:id="rId16"/>
          </p:cNvPr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430426" y="1228709"/>
            <a:ext cx="500063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134 CuadroTexto"/>
          <p:cNvSpPr txBox="1">
            <a:spLocks noChangeArrowheads="1"/>
          </p:cNvSpPr>
          <p:nvPr/>
        </p:nvSpPr>
        <p:spPr bwMode="auto">
          <a:xfrm>
            <a:off x="1014376" y="1214422"/>
            <a:ext cx="149271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        뉴질랜드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grpSp>
        <p:nvGrpSpPr>
          <p:cNvPr id="18" name="140 Grupo"/>
          <p:cNvGrpSpPr>
            <a:grpSpLocks/>
          </p:cNvGrpSpPr>
          <p:nvPr/>
        </p:nvGrpSpPr>
        <p:grpSpPr bwMode="auto">
          <a:xfrm>
            <a:off x="452404" y="2662232"/>
            <a:ext cx="1414463" cy="357804"/>
            <a:chOff x="1800885" y="1334995"/>
            <a:chExt cx="1413789" cy="357267"/>
          </a:xfrm>
        </p:grpSpPr>
        <p:pic>
          <p:nvPicPr>
            <p:cNvPr id="19" name="Picture 12" descr="http://www.sitographics.com/enciclog/banderas/america/image/canada.gif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2714612" y="1357300"/>
              <a:ext cx="500062" cy="334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" name="135 CuadroTexto"/>
            <p:cNvSpPr txBox="1">
              <a:spLocks noChangeArrowheads="1"/>
            </p:cNvSpPr>
            <p:nvPr/>
          </p:nvSpPr>
          <p:spPr bwMode="auto">
            <a:xfrm>
              <a:off x="1800885" y="1334995"/>
              <a:ext cx="963266" cy="322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ko-KR" altLang="en-US" sz="1500" b="1" dirty="0" smtClean="0">
                  <a:solidFill>
                    <a:srgbClr val="002F80"/>
                  </a:solidFill>
                  <a:latin typeface="+mn-ea"/>
                  <a:ea typeface="+mn-ea"/>
                  <a:cs typeface="Arial" charset="0"/>
                </a:rPr>
                <a:t>   캐나다</a:t>
              </a:r>
              <a:endParaRPr lang="es-PE" sz="1500" b="1" dirty="0">
                <a:solidFill>
                  <a:srgbClr val="002F80"/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grpSp>
        <p:nvGrpSpPr>
          <p:cNvPr id="21" name="141 Grupo"/>
          <p:cNvGrpSpPr>
            <a:grpSpLocks/>
          </p:cNvGrpSpPr>
          <p:nvPr/>
        </p:nvGrpSpPr>
        <p:grpSpPr bwMode="auto">
          <a:xfrm>
            <a:off x="666718" y="4662496"/>
            <a:ext cx="1514475" cy="384175"/>
            <a:chOff x="1232699" y="1973406"/>
            <a:chExt cx="1515247" cy="384021"/>
          </a:xfrm>
        </p:grpSpPr>
        <p:pic>
          <p:nvPicPr>
            <p:cNvPr id="22" name="Picture 4" descr="http://www.sitographics.com/enciclog/banderas/asia/image/jordania.gif">
              <a:hlinkClick r:id="rId19"/>
            </p:cNvPr>
            <p:cNvPicPr>
              <a:picLocks noChangeAspect="1" noChangeArrowheads="1"/>
            </p:cNvPicPr>
            <p:nvPr/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2214546" y="2000240"/>
              <a:ext cx="533400" cy="357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136 CuadroTexto"/>
            <p:cNvSpPr txBox="1">
              <a:spLocks noChangeArrowheads="1"/>
            </p:cNvSpPr>
            <p:nvPr/>
          </p:nvSpPr>
          <p:spPr bwMode="auto">
            <a:xfrm>
              <a:off x="1232699" y="1973406"/>
              <a:ext cx="1031577" cy="3230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ko-KR" altLang="en-US" sz="1500" b="1" dirty="0" smtClean="0">
                  <a:solidFill>
                    <a:srgbClr val="002F80"/>
                  </a:solidFill>
                  <a:latin typeface="+mn-ea"/>
                  <a:ea typeface="+mn-ea"/>
                  <a:cs typeface="Arial" charset="0"/>
                </a:rPr>
                <a:t>    요르단</a:t>
              </a:r>
              <a:endParaRPr lang="es-PE" sz="1500" b="1" dirty="0">
                <a:solidFill>
                  <a:srgbClr val="002F80"/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grpSp>
        <p:nvGrpSpPr>
          <p:cNvPr id="24" name="142 Grupo"/>
          <p:cNvGrpSpPr>
            <a:grpSpLocks/>
          </p:cNvGrpSpPr>
          <p:nvPr/>
        </p:nvGrpSpPr>
        <p:grpSpPr bwMode="auto">
          <a:xfrm>
            <a:off x="1309660" y="1662100"/>
            <a:ext cx="1274763" cy="390525"/>
            <a:chOff x="1472974" y="2538291"/>
            <a:chExt cx="1274972" cy="390640"/>
          </a:xfrm>
        </p:grpSpPr>
        <p:pic>
          <p:nvPicPr>
            <p:cNvPr id="25" name="Picture 6" descr="http://www.sitographics.com/enciclog/banderas/asia/image/japon.gif">
              <a:hlinkClick r:id="rId21"/>
            </p:cNvPr>
            <p:cNvPicPr>
              <a:picLocks noChangeAspect="1" noChangeArrowheads="1"/>
            </p:cNvPicPr>
            <p:nvPr/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2214546" y="2571744"/>
              <a:ext cx="533400" cy="357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137 CuadroTexto"/>
            <p:cNvSpPr txBox="1">
              <a:spLocks noChangeArrowheads="1"/>
            </p:cNvSpPr>
            <p:nvPr/>
          </p:nvSpPr>
          <p:spPr bwMode="auto">
            <a:xfrm>
              <a:off x="1472974" y="2538291"/>
              <a:ext cx="771491" cy="323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ko-KR" altLang="en-US" sz="1500" b="1" dirty="0" smtClean="0">
                  <a:solidFill>
                    <a:srgbClr val="002F80"/>
                  </a:solidFill>
                  <a:latin typeface="+mn-ea"/>
                  <a:ea typeface="+mn-ea"/>
                  <a:cs typeface="Arial" charset="0"/>
                </a:rPr>
                <a:t>   일본</a:t>
              </a:r>
              <a:endParaRPr lang="es-PE" sz="1500" b="1" dirty="0">
                <a:solidFill>
                  <a:srgbClr val="002F80"/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grpSp>
        <p:nvGrpSpPr>
          <p:cNvPr id="27" name="143 Grupo"/>
          <p:cNvGrpSpPr>
            <a:grpSpLocks/>
          </p:cNvGrpSpPr>
          <p:nvPr/>
        </p:nvGrpSpPr>
        <p:grpSpPr bwMode="auto">
          <a:xfrm>
            <a:off x="1166784" y="5124465"/>
            <a:ext cx="1323975" cy="395287"/>
            <a:chOff x="1748035" y="3131106"/>
            <a:chExt cx="1323763" cy="394729"/>
          </a:xfrm>
        </p:grpSpPr>
        <p:pic>
          <p:nvPicPr>
            <p:cNvPr id="28" name="Picture 2" descr="http://www.sitographics.com/enciclog/banderas/asia/image/coreasur.gif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500298" y="3143248"/>
              <a:ext cx="571500" cy="3825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" name="138 CuadroTexto"/>
            <p:cNvSpPr txBox="1">
              <a:spLocks noChangeArrowheads="1"/>
            </p:cNvSpPr>
            <p:nvPr/>
          </p:nvSpPr>
          <p:spPr bwMode="auto">
            <a:xfrm>
              <a:off x="1748035" y="3131106"/>
              <a:ext cx="703926" cy="322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ko-KR" altLang="en-US" sz="1500" b="1" dirty="0" smtClean="0">
                  <a:solidFill>
                    <a:srgbClr val="002F80"/>
                  </a:solidFill>
                  <a:latin typeface="+mn-ea"/>
                  <a:ea typeface="+mn-ea"/>
                  <a:cs typeface="Arial" charset="0"/>
                </a:rPr>
                <a:t>  한국</a:t>
              </a:r>
              <a:endParaRPr lang="es-PE" sz="1500" b="1" dirty="0">
                <a:solidFill>
                  <a:srgbClr val="002F80"/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sp>
        <p:nvSpPr>
          <p:cNvPr id="30" name="146 Elipse"/>
          <p:cNvSpPr/>
          <p:nvPr/>
        </p:nvSpPr>
        <p:spPr>
          <a:xfrm>
            <a:off x="4738684" y="2019290"/>
            <a:ext cx="1000125" cy="10001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002F80"/>
              </a:solidFill>
              <a:latin typeface="Calibri" pitchFamily="34" charset="0"/>
              <a:ea typeface="Geneva"/>
              <a:cs typeface="Arial" charset="0"/>
            </a:endParaRPr>
          </a:p>
        </p:txBody>
      </p:sp>
      <p:sp>
        <p:nvSpPr>
          <p:cNvPr id="31" name="152 CuadroTexto"/>
          <p:cNvSpPr txBox="1">
            <a:spLocks noChangeArrowheads="1"/>
          </p:cNvSpPr>
          <p:nvPr/>
        </p:nvSpPr>
        <p:spPr bwMode="auto">
          <a:xfrm>
            <a:off x="4995864" y="2538404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PE" sz="1800" dirty="0">
                <a:solidFill>
                  <a:srgbClr val="002F80"/>
                </a:solidFill>
                <a:latin typeface="Calibri" pitchFamily="34" charset="0"/>
                <a:cs typeface="Arial" charset="0"/>
              </a:rPr>
              <a:t>EU</a:t>
            </a:r>
          </a:p>
        </p:txBody>
      </p:sp>
      <p:sp>
        <p:nvSpPr>
          <p:cNvPr id="32" name="155 CuadroTexto"/>
          <p:cNvSpPr txBox="1">
            <a:spLocks noChangeArrowheads="1"/>
          </p:cNvSpPr>
          <p:nvPr/>
        </p:nvSpPr>
        <p:spPr bwMode="auto">
          <a:xfrm>
            <a:off x="6120077" y="1233472"/>
            <a:ext cx="76174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스위스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33" name="157 Elipse"/>
          <p:cNvSpPr/>
          <p:nvPr/>
        </p:nvSpPr>
        <p:spPr>
          <a:xfrm>
            <a:off x="2881296" y="2019290"/>
            <a:ext cx="1000125" cy="10001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002F80"/>
              </a:solidFill>
              <a:latin typeface="Calibri" pitchFamily="34" charset="0"/>
              <a:ea typeface="Geneva"/>
              <a:cs typeface="Arial" charset="0"/>
            </a:endParaRPr>
          </a:p>
        </p:txBody>
      </p:sp>
      <p:sp>
        <p:nvSpPr>
          <p:cNvPr id="34" name="159 Elipse"/>
          <p:cNvSpPr/>
          <p:nvPr/>
        </p:nvSpPr>
        <p:spPr>
          <a:xfrm>
            <a:off x="3809990" y="4233868"/>
            <a:ext cx="1000125" cy="10001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002F80"/>
              </a:solidFill>
              <a:latin typeface="Calibri" pitchFamily="34" charset="0"/>
              <a:ea typeface="Geneva"/>
              <a:cs typeface="Arial" charset="0"/>
            </a:endParaRPr>
          </a:p>
        </p:txBody>
      </p:sp>
      <p:pic>
        <p:nvPicPr>
          <p:cNvPr id="35" name="Picture 2" descr="http://www.sitographics.com/enciclog/banderas/asia/image/coreasur.gif">
            <a:hlinkClick r:id="rId6"/>
          </p:cNvPr>
          <p:cNvPicPr>
            <a:picLocks noChangeAspect="1" noChangeArrowheads="1"/>
          </p:cNvPicPr>
          <p:nvPr/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3073639" y="2200266"/>
            <a:ext cx="621249" cy="417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" name="166 CuadroTexto"/>
          <p:cNvSpPr txBox="1">
            <a:spLocks noChangeArrowheads="1"/>
          </p:cNvSpPr>
          <p:nvPr/>
        </p:nvSpPr>
        <p:spPr bwMode="auto">
          <a:xfrm>
            <a:off x="3077787" y="2643182"/>
            <a:ext cx="70009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sz="1600" b="1" dirty="0" smtClean="0">
                <a:latin typeface="+mn-ea"/>
                <a:ea typeface="+mn-ea"/>
                <a:cs typeface="Arial" charset="0"/>
              </a:rPr>
              <a:t>한국</a:t>
            </a:r>
            <a:endParaRPr lang="es-PE" sz="1600" b="1" dirty="0">
              <a:latin typeface="+mn-ea"/>
              <a:ea typeface="+mn-ea"/>
              <a:cs typeface="Arial" charset="0"/>
            </a:endParaRPr>
          </a:p>
        </p:txBody>
      </p:sp>
      <p:pic>
        <p:nvPicPr>
          <p:cNvPr id="37" name="Picture 10" descr="http://www.sitographics.com/enciclog/banderas/asia/image/singapur.gif">
            <a:hlinkClick r:id="rId10"/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666850" y="2233604"/>
            <a:ext cx="571500" cy="382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168 CuadroTexto"/>
          <p:cNvSpPr txBox="1">
            <a:spLocks noChangeArrowheads="1"/>
          </p:cNvSpPr>
          <p:nvPr/>
        </p:nvSpPr>
        <p:spPr bwMode="auto">
          <a:xfrm>
            <a:off x="590525" y="2224079"/>
            <a:ext cx="115608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   싱가포르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39" name="175 CuadroTexto"/>
          <p:cNvSpPr txBox="1">
            <a:spLocks noChangeArrowheads="1"/>
          </p:cNvSpPr>
          <p:nvPr/>
        </p:nvSpPr>
        <p:spPr bwMode="auto">
          <a:xfrm>
            <a:off x="6881823" y="5866578"/>
            <a:ext cx="108436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캐나다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pic>
        <p:nvPicPr>
          <p:cNvPr id="46" name="Picture 6" descr="http://www.sitographics.com/enciclog/banderas/asia/image/japon.gif">
            <a:hlinkClick r:id="rId21"/>
          </p:cNvPr>
          <p:cNvPicPr>
            <a:picLocks noChangeAspect="1" noChangeArrowheads="1"/>
          </p:cNvPicPr>
          <p:nvPr/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6310320" y="2305042"/>
            <a:ext cx="532390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65" descr="?url=http%3A%2F%2Fupload">
            <a:hlinkClick r:id="rId24"/>
          </p:cNvPr>
          <p:cNvPicPr>
            <a:picLocks noChangeAspect="1" noChangeArrowheads="1"/>
          </p:cNvPicPr>
          <p:nvPr/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4995864" y="2233604"/>
            <a:ext cx="457200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146 Elipse"/>
          <p:cNvSpPr/>
          <p:nvPr/>
        </p:nvSpPr>
        <p:spPr>
          <a:xfrm>
            <a:off x="5024436" y="3590926"/>
            <a:ext cx="1000125" cy="10001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002F80"/>
              </a:solidFill>
              <a:latin typeface="Calibri" pitchFamily="34" charset="0"/>
              <a:ea typeface="Geneva"/>
              <a:cs typeface="Arial" charset="0"/>
            </a:endParaRPr>
          </a:p>
        </p:txBody>
      </p:sp>
      <p:cxnSp>
        <p:nvCxnSpPr>
          <p:cNvPr id="50" name="직선 연결선 49"/>
          <p:cNvCxnSpPr>
            <a:stCxn id="10" idx="3"/>
            <a:endCxn id="33" idx="2"/>
          </p:cNvCxnSpPr>
          <p:nvPr/>
        </p:nvCxnSpPr>
        <p:spPr>
          <a:xfrm flipV="1">
            <a:off x="1476346" y="2519353"/>
            <a:ext cx="1404950" cy="792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>
            <a:endCxn id="33" idx="2"/>
          </p:cNvCxnSpPr>
          <p:nvPr/>
        </p:nvCxnSpPr>
        <p:spPr>
          <a:xfrm flipV="1">
            <a:off x="1866867" y="2519353"/>
            <a:ext cx="1014429" cy="332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>
            <a:stCxn id="37" idx="3"/>
            <a:endCxn id="33" idx="2"/>
          </p:cNvCxnSpPr>
          <p:nvPr/>
        </p:nvCxnSpPr>
        <p:spPr>
          <a:xfrm>
            <a:off x="2238350" y="2424898"/>
            <a:ext cx="642946" cy="944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>
            <a:stCxn id="33" idx="2"/>
          </p:cNvCxnSpPr>
          <p:nvPr/>
        </p:nvCxnSpPr>
        <p:spPr>
          <a:xfrm rot="10800000">
            <a:off x="2317768" y="2052625"/>
            <a:ext cx="563529" cy="46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>
            <a:stCxn id="33" idx="2"/>
            <a:endCxn id="16" idx="2"/>
          </p:cNvCxnSpPr>
          <p:nvPr/>
        </p:nvCxnSpPr>
        <p:spPr>
          <a:xfrm rot="10800000">
            <a:off x="2680458" y="1563673"/>
            <a:ext cx="200838" cy="955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16" descr="http://www.sitographics.com/enciclog/banderas/america/image/estadosun.gif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881296" y="3805240"/>
            <a:ext cx="452438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" name="133 CuadroTexto"/>
          <p:cNvSpPr txBox="1">
            <a:spLocks noChangeArrowheads="1"/>
          </p:cNvSpPr>
          <p:nvPr/>
        </p:nvSpPr>
        <p:spPr bwMode="auto">
          <a:xfrm>
            <a:off x="2809858" y="4110729"/>
            <a:ext cx="73818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미국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grpSp>
        <p:nvGrpSpPr>
          <p:cNvPr id="57" name="그룹 56"/>
          <p:cNvGrpSpPr/>
          <p:nvPr/>
        </p:nvGrpSpPr>
        <p:grpSpPr>
          <a:xfrm>
            <a:off x="-214346" y="3876678"/>
            <a:ext cx="1916113" cy="349250"/>
            <a:chOff x="512744" y="3771903"/>
            <a:chExt cx="1916113" cy="349250"/>
          </a:xfrm>
        </p:grpSpPr>
        <p:pic>
          <p:nvPicPr>
            <p:cNvPr id="58" name="Picture 22" descr="http://www.sitographics.com/enciclog/banderas/oceania/image/nzelanda.gif">
              <a:hlinkClick r:id="rId16"/>
            </p:cNvPr>
            <p:cNvPicPr>
              <a:picLocks noChangeAspect="1"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1928794" y="3786190"/>
              <a:ext cx="500063" cy="334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9" name="134 CuadroTexto"/>
            <p:cNvSpPr txBox="1">
              <a:spLocks noChangeArrowheads="1"/>
            </p:cNvSpPr>
            <p:nvPr/>
          </p:nvSpPr>
          <p:spPr bwMode="auto">
            <a:xfrm>
              <a:off x="512744" y="3771903"/>
              <a:ext cx="1492716" cy="323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ko-KR" altLang="en-US" sz="1500" b="1" dirty="0" smtClean="0">
                  <a:solidFill>
                    <a:srgbClr val="002F80"/>
                  </a:solidFill>
                  <a:latin typeface="+mn-ea"/>
                  <a:ea typeface="+mn-ea"/>
                  <a:cs typeface="Arial" charset="0"/>
                </a:rPr>
                <a:t>        뉴질랜드</a:t>
              </a:r>
              <a:endParaRPr lang="es-PE" sz="1500" b="1" dirty="0">
                <a:solidFill>
                  <a:srgbClr val="002F80"/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grpSp>
        <p:nvGrpSpPr>
          <p:cNvPr id="60" name="140 Grupo"/>
          <p:cNvGrpSpPr>
            <a:grpSpLocks/>
          </p:cNvGrpSpPr>
          <p:nvPr/>
        </p:nvGrpSpPr>
        <p:grpSpPr bwMode="auto">
          <a:xfrm>
            <a:off x="452404" y="4233868"/>
            <a:ext cx="1414463" cy="357804"/>
            <a:chOff x="1800885" y="1334995"/>
            <a:chExt cx="1413789" cy="357267"/>
          </a:xfrm>
        </p:grpSpPr>
        <p:pic>
          <p:nvPicPr>
            <p:cNvPr id="61" name="Picture 12" descr="http://www.sitographics.com/enciclog/banderas/america/image/canada.gif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2714612" y="1357300"/>
              <a:ext cx="500062" cy="334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" name="135 CuadroTexto"/>
            <p:cNvSpPr txBox="1">
              <a:spLocks noChangeArrowheads="1"/>
            </p:cNvSpPr>
            <p:nvPr/>
          </p:nvSpPr>
          <p:spPr bwMode="auto">
            <a:xfrm>
              <a:off x="1800885" y="1334995"/>
              <a:ext cx="963266" cy="322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ko-KR" altLang="en-US" sz="1500" b="1" dirty="0" smtClean="0">
                  <a:solidFill>
                    <a:srgbClr val="002F80"/>
                  </a:solidFill>
                  <a:latin typeface="+mn-ea"/>
                  <a:ea typeface="+mn-ea"/>
                  <a:cs typeface="Arial" charset="0"/>
                </a:rPr>
                <a:t>   캐나다</a:t>
              </a:r>
              <a:endParaRPr lang="es-PE" sz="1500" b="1" dirty="0">
                <a:solidFill>
                  <a:srgbClr val="002F80"/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cxnSp>
        <p:nvCxnSpPr>
          <p:cNvPr id="63" name="직선 연결선 62"/>
          <p:cNvCxnSpPr>
            <a:endCxn id="14" idx="3"/>
          </p:cNvCxnSpPr>
          <p:nvPr/>
        </p:nvCxnSpPr>
        <p:spPr>
          <a:xfrm>
            <a:off x="1511261" y="3987009"/>
            <a:ext cx="1230755" cy="457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>
            <a:endCxn id="14" idx="3"/>
          </p:cNvCxnSpPr>
          <p:nvPr/>
        </p:nvCxnSpPr>
        <p:spPr>
          <a:xfrm>
            <a:off x="1866867" y="4423940"/>
            <a:ext cx="875149" cy="20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>
            <a:endCxn id="14" idx="3"/>
          </p:cNvCxnSpPr>
          <p:nvPr/>
        </p:nvCxnSpPr>
        <p:spPr>
          <a:xfrm flipV="1">
            <a:off x="2181193" y="4444593"/>
            <a:ext cx="560823" cy="423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>
            <a:endCxn id="14" idx="3"/>
          </p:cNvCxnSpPr>
          <p:nvPr/>
        </p:nvCxnSpPr>
        <p:spPr>
          <a:xfrm rot="5400000" flipH="1" flipV="1">
            <a:off x="2127474" y="4522083"/>
            <a:ext cx="692031" cy="5370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155 CuadroTexto"/>
          <p:cNvSpPr txBox="1">
            <a:spLocks noChangeArrowheads="1"/>
          </p:cNvSpPr>
          <p:nvPr/>
        </p:nvSpPr>
        <p:spPr bwMode="auto">
          <a:xfrm>
            <a:off x="6499221" y="1767563"/>
            <a:ext cx="95410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노르웨이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68" name="155 CuadroTexto"/>
          <p:cNvSpPr txBox="1">
            <a:spLocks noChangeArrowheads="1"/>
          </p:cNvSpPr>
          <p:nvPr/>
        </p:nvSpPr>
        <p:spPr bwMode="auto">
          <a:xfrm>
            <a:off x="6881824" y="2339067"/>
            <a:ext cx="56938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일본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69" name="155 CuadroTexto"/>
          <p:cNvSpPr txBox="1">
            <a:spLocks noChangeArrowheads="1"/>
          </p:cNvSpPr>
          <p:nvPr/>
        </p:nvSpPr>
        <p:spPr bwMode="auto">
          <a:xfrm>
            <a:off x="7120209" y="2938459"/>
            <a:ext cx="76174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안도라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pic>
        <p:nvPicPr>
          <p:cNvPr id="70" name="Picture 22" descr="http://www.sitographics.com/enciclog/banderas/oceania/image/nzelanda.gif">
            <a:hlinkClick r:id="rId16"/>
          </p:cNvPr>
          <p:cNvPicPr>
            <a:picLocks noChangeAspect="1" noChangeArrowheads="1"/>
          </p:cNvPicPr>
          <p:nvPr/>
        </p:nvPicPr>
        <p:blipFill>
          <a:blip r:embed="rId26" cstate="print"/>
          <a:srcRect/>
          <a:stretch>
            <a:fillRect/>
          </a:stretch>
        </p:blipFill>
        <p:spPr bwMode="auto">
          <a:xfrm>
            <a:off x="5310188" y="3805240"/>
            <a:ext cx="454025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" name="134 CuadroTexto"/>
          <p:cNvSpPr txBox="1">
            <a:spLocks noChangeArrowheads="1"/>
          </p:cNvSpPr>
          <p:nvPr/>
        </p:nvSpPr>
        <p:spPr bwMode="auto">
          <a:xfrm>
            <a:off x="5043486" y="4090992"/>
            <a:ext cx="1000132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뉴질랜드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pic>
        <p:nvPicPr>
          <p:cNvPr id="72" name="Picture 16" descr="http://www.sitographics.com/enciclog/banderas/america/image/estadosun.gif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310320" y="4519620"/>
            <a:ext cx="452438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133 CuadroTexto"/>
          <p:cNvSpPr txBox="1">
            <a:spLocks noChangeArrowheads="1"/>
          </p:cNvSpPr>
          <p:nvPr/>
        </p:nvSpPr>
        <p:spPr bwMode="auto">
          <a:xfrm>
            <a:off x="6881824" y="4519620"/>
            <a:ext cx="73818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미국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pic>
        <p:nvPicPr>
          <p:cNvPr id="74" name="Picture 6" descr="http://www.sitographics.com/enciclog/banderas/asia/image/japon.gif">
            <a:hlinkClick r:id="rId21"/>
          </p:cNvPr>
          <p:cNvPicPr>
            <a:picLocks noChangeAspect="1" noChangeArrowheads="1"/>
          </p:cNvPicPr>
          <p:nvPr/>
        </p:nvPicPr>
        <p:blipFill>
          <a:blip r:embed="rId27" cstate="print"/>
          <a:srcRect/>
          <a:stretch>
            <a:fillRect/>
          </a:stretch>
        </p:blipFill>
        <p:spPr bwMode="auto">
          <a:xfrm>
            <a:off x="6524634" y="3948116"/>
            <a:ext cx="500066" cy="335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" name="155 CuadroTexto"/>
          <p:cNvSpPr txBox="1">
            <a:spLocks noChangeArrowheads="1"/>
          </p:cNvSpPr>
          <p:nvPr/>
        </p:nvSpPr>
        <p:spPr bwMode="auto">
          <a:xfrm>
            <a:off x="7096138" y="3937546"/>
            <a:ext cx="56938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일본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pic>
        <p:nvPicPr>
          <p:cNvPr id="76" name="그림 75" descr="안도라국기.jpg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6524634" y="2916355"/>
            <a:ext cx="500066" cy="331919"/>
          </a:xfrm>
          <a:prstGeom prst="rect">
            <a:avLst/>
          </a:prstGeom>
        </p:spPr>
      </p:pic>
      <p:sp>
        <p:nvSpPr>
          <p:cNvPr id="77" name="155 CuadroTexto"/>
          <p:cNvSpPr txBox="1">
            <a:spLocks noChangeArrowheads="1"/>
          </p:cNvSpPr>
          <p:nvPr/>
        </p:nvSpPr>
        <p:spPr bwMode="auto">
          <a:xfrm>
            <a:off x="4024304" y="5948380"/>
            <a:ext cx="56938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한국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78" name="155 CuadroTexto"/>
          <p:cNvSpPr txBox="1">
            <a:spLocks noChangeArrowheads="1"/>
          </p:cNvSpPr>
          <p:nvPr/>
        </p:nvSpPr>
        <p:spPr bwMode="auto">
          <a:xfrm>
            <a:off x="5070461" y="6359873"/>
            <a:ext cx="95410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싱가포르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grpSp>
        <p:nvGrpSpPr>
          <p:cNvPr id="79" name="143 Grupo"/>
          <p:cNvGrpSpPr>
            <a:grpSpLocks/>
          </p:cNvGrpSpPr>
          <p:nvPr/>
        </p:nvGrpSpPr>
        <p:grpSpPr bwMode="auto">
          <a:xfrm>
            <a:off x="5883809" y="4981586"/>
            <a:ext cx="1283767" cy="383130"/>
            <a:chOff x="1533755" y="2917093"/>
            <a:chExt cx="1283562" cy="382589"/>
          </a:xfrm>
        </p:grpSpPr>
        <p:pic>
          <p:nvPicPr>
            <p:cNvPr id="80" name="Picture 2" descr="http://www.sitographics.com/enciclog/banderas/asia/image/coreasur.gif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533755" y="2917095"/>
              <a:ext cx="571500" cy="3825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" name="138 CuadroTexto"/>
            <p:cNvSpPr txBox="1">
              <a:spLocks noChangeArrowheads="1"/>
            </p:cNvSpPr>
            <p:nvPr/>
          </p:nvSpPr>
          <p:spPr bwMode="auto">
            <a:xfrm>
              <a:off x="2248021" y="2917093"/>
              <a:ext cx="569296" cy="322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ko-KR" altLang="en-US" sz="1500" b="1" dirty="0" smtClean="0">
                  <a:solidFill>
                    <a:srgbClr val="002F80"/>
                  </a:solidFill>
                  <a:latin typeface="+mn-ea"/>
                  <a:ea typeface="+mn-ea"/>
                  <a:cs typeface="Arial" charset="0"/>
                </a:rPr>
                <a:t>한국</a:t>
              </a:r>
              <a:endParaRPr lang="es-PE" sz="1500" b="1" dirty="0">
                <a:solidFill>
                  <a:srgbClr val="002F80"/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cxnSp>
        <p:nvCxnSpPr>
          <p:cNvPr id="82" name="직선 연결선 81"/>
          <p:cNvCxnSpPr>
            <a:stCxn id="30" idx="6"/>
            <a:endCxn id="12" idx="2"/>
          </p:cNvCxnSpPr>
          <p:nvPr/>
        </p:nvCxnSpPr>
        <p:spPr>
          <a:xfrm flipV="1">
            <a:off x="5738809" y="1539636"/>
            <a:ext cx="142883" cy="979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>
            <a:stCxn id="30" idx="6"/>
            <a:endCxn id="13" idx="1"/>
          </p:cNvCxnSpPr>
          <p:nvPr/>
        </p:nvCxnSpPr>
        <p:spPr>
          <a:xfrm flipV="1">
            <a:off x="5738809" y="1943778"/>
            <a:ext cx="331784" cy="575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>
            <a:stCxn id="30" idx="6"/>
            <a:endCxn id="46" idx="1"/>
          </p:cNvCxnSpPr>
          <p:nvPr/>
        </p:nvCxnSpPr>
        <p:spPr>
          <a:xfrm flipV="1">
            <a:off x="5738809" y="2483637"/>
            <a:ext cx="571511" cy="357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>
            <a:stCxn id="30" idx="6"/>
            <a:endCxn id="76" idx="1"/>
          </p:cNvCxnSpPr>
          <p:nvPr/>
        </p:nvCxnSpPr>
        <p:spPr>
          <a:xfrm>
            <a:off x="5738809" y="2519353"/>
            <a:ext cx="785825" cy="562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>
            <a:stCxn id="49" idx="5"/>
            <a:endCxn id="74" idx="1"/>
          </p:cNvCxnSpPr>
          <p:nvPr/>
        </p:nvCxnSpPr>
        <p:spPr>
          <a:xfrm rot="5400000" flipH="1" flipV="1">
            <a:off x="6037006" y="3956958"/>
            <a:ext cx="328718" cy="6465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>
            <a:stCxn id="49" idx="5"/>
            <a:endCxn id="72" idx="1"/>
          </p:cNvCxnSpPr>
          <p:nvPr/>
        </p:nvCxnSpPr>
        <p:spPr>
          <a:xfrm rot="16200000" flipH="1">
            <a:off x="5981682" y="4341000"/>
            <a:ext cx="225053" cy="432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>
            <a:stCxn id="49" idx="5"/>
          </p:cNvCxnSpPr>
          <p:nvPr/>
        </p:nvCxnSpPr>
        <p:spPr>
          <a:xfrm rot="16200000" flipH="1">
            <a:off x="5755349" y="4567332"/>
            <a:ext cx="537002" cy="2915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>
            <a:stCxn id="34" idx="4"/>
            <a:endCxn id="100" idx="0"/>
          </p:cNvCxnSpPr>
          <p:nvPr/>
        </p:nvCxnSpPr>
        <p:spPr>
          <a:xfrm rot="5400000">
            <a:off x="3578155" y="4906229"/>
            <a:ext cx="404135" cy="1059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>
            <a:stCxn id="34" idx="4"/>
            <a:endCxn id="9" idx="0"/>
          </p:cNvCxnSpPr>
          <p:nvPr/>
        </p:nvCxnSpPr>
        <p:spPr>
          <a:xfrm rot="16200000" flipH="1">
            <a:off x="4131455" y="5412590"/>
            <a:ext cx="35719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>
            <a:stCxn id="34" idx="4"/>
          </p:cNvCxnSpPr>
          <p:nvPr/>
        </p:nvCxnSpPr>
        <p:spPr>
          <a:xfrm rot="16200000" flipH="1">
            <a:off x="4124041" y="5420004"/>
            <a:ext cx="943529" cy="571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142 Grupo"/>
          <p:cNvGrpSpPr>
            <a:grpSpLocks/>
          </p:cNvGrpSpPr>
          <p:nvPr/>
        </p:nvGrpSpPr>
        <p:grpSpPr bwMode="auto">
          <a:xfrm>
            <a:off x="1677971" y="5591299"/>
            <a:ext cx="1274763" cy="357082"/>
            <a:chOff x="1472974" y="2571744"/>
            <a:chExt cx="1274972" cy="357187"/>
          </a:xfrm>
        </p:grpSpPr>
        <p:pic>
          <p:nvPicPr>
            <p:cNvPr id="93" name="Picture 6" descr="http://www.sitographics.com/enciclog/banderas/asia/image/japon.gif">
              <a:hlinkClick r:id="rId21"/>
            </p:cNvPr>
            <p:cNvPicPr>
              <a:picLocks noChangeAspect="1" noChangeArrowheads="1"/>
            </p:cNvPicPr>
            <p:nvPr/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2214546" y="2571744"/>
              <a:ext cx="533400" cy="357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4" name="137 CuadroTexto"/>
            <p:cNvSpPr txBox="1">
              <a:spLocks noChangeArrowheads="1"/>
            </p:cNvSpPr>
            <p:nvPr/>
          </p:nvSpPr>
          <p:spPr bwMode="auto">
            <a:xfrm>
              <a:off x="1472974" y="2605671"/>
              <a:ext cx="771491" cy="323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ko-KR" altLang="en-US" sz="1500" b="1" dirty="0" smtClean="0">
                  <a:solidFill>
                    <a:srgbClr val="002F80"/>
                  </a:solidFill>
                  <a:latin typeface="+mn-ea"/>
                  <a:ea typeface="+mn-ea"/>
                  <a:cs typeface="Arial" charset="0"/>
                </a:rPr>
                <a:t>   일본</a:t>
              </a:r>
              <a:endParaRPr lang="es-PE" sz="1500" b="1" dirty="0">
                <a:solidFill>
                  <a:srgbClr val="002F80"/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  <p:cxnSp>
        <p:nvCxnSpPr>
          <p:cNvPr id="95" name="직선 연결선 94"/>
          <p:cNvCxnSpPr>
            <a:stCxn id="14" idx="3"/>
          </p:cNvCxnSpPr>
          <p:nvPr/>
        </p:nvCxnSpPr>
        <p:spPr>
          <a:xfrm rot="5400000">
            <a:off x="2140695" y="4989976"/>
            <a:ext cx="1146705" cy="55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Picture 6" descr="http://www.sitographics.com/enciclog/banderas/asia/image/japon.gif">
            <a:hlinkClick r:id="rId21"/>
          </p:cNvPr>
          <p:cNvPicPr>
            <a:picLocks noChangeAspect="1" noChangeArrowheads="1"/>
          </p:cNvPicPr>
          <p:nvPr/>
        </p:nvPicPr>
        <p:blipFill>
          <a:blip r:embed="rId27" cstate="print"/>
          <a:srcRect/>
          <a:stretch>
            <a:fillRect/>
          </a:stretch>
        </p:blipFill>
        <p:spPr bwMode="auto">
          <a:xfrm>
            <a:off x="3903702" y="4284454"/>
            <a:ext cx="812314" cy="544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" name="Picture 10" descr="http://www.sitographics.com/enciclog/banderas/asia/image/singapur.gif">
            <a:hlinkClick r:id="rId10"/>
          </p:cNvPr>
          <p:cNvPicPr>
            <a:picLocks noChangeAspect="1" noChangeArrowheads="1"/>
          </p:cNvPicPr>
          <p:nvPr/>
        </p:nvPicPr>
        <p:blipFill>
          <a:blip r:embed="rId29" cstate="print"/>
          <a:srcRect/>
          <a:stretch>
            <a:fillRect/>
          </a:stretch>
        </p:blipFill>
        <p:spPr bwMode="auto">
          <a:xfrm>
            <a:off x="7810518" y="5468955"/>
            <a:ext cx="533561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8" name="155 CuadroTexto"/>
          <p:cNvSpPr txBox="1">
            <a:spLocks noChangeArrowheads="1"/>
          </p:cNvSpPr>
          <p:nvPr/>
        </p:nvSpPr>
        <p:spPr bwMode="auto">
          <a:xfrm>
            <a:off x="3906320" y="4780872"/>
            <a:ext cx="8002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24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일본</a:t>
            </a:r>
            <a:endParaRPr lang="es-PE" sz="24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sp>
        <p:nvSpPr>
          <p:cNvPr id="99" name="155 CuadroTexto"/>
          <p:cNvSpPr txBox="1">
            <a:spLocks noChangeArrowheads="1"/>
          </p:cNvSpPr>
          <p:nvPr/>
        </p:nvSpPr>
        <p:spPr bwMode="auto">
          <a:xfrm>
            <a:off x="7604128" y="5871492"/>
            <a:ext cx="95410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싱가포르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pic>
        <p:nvPicPr>
          <p:cNvPr id="100" name="Picture 16" descr="http://www.sitographics.com/enciclog/banderas/america/image/estadosun.gif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024172" y="5638128"/>
            <a:ext cx="452438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" name="133 CuadroTexto"/>
          <p:cNvSpPr txBox="1">
            <a:spLocks noChangeArrowheads="1"/>
          </p:cNvSpPr>
          <p:nvPr/>
        </p:nvSpPr>
        <p:spPr bwMode="auto">
          <a:xfrm>
            <a:off x="2952734" y="5943617"/>
            <a:ext cx="73818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미국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pic>
        <p:nvPicPr>
          <p:cNvPr id="102" name="Picture 22" descr="http://www.sitographics.com/enciclog/banderas/oceania/image/nzelanda.gif">
            <a:hlinkClick r:id="rId16"/>
          </p:cNvPr>
          <p:cNvPicPr>
            <a:picLocks noChangeAspect="1" noChangeArrowheads="1"/>
          </p:cNvPicPr>
          <p:nvPr/>
        </p:nvPicPr>
        <p:blipFill>
          <a:blip r:embed="rId26" cstate="print"/>
          <a:srcRect/>
          <a:stretch>
            <a:fillRect/>
          </a:stretch>
        </p:blipFill>
        <p:spPr bwMode="auto">
          <a:xfrm>
            <a:off x="3452800" y="6138194"/>
            <a:ext cx="454025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" name="134 CuadroTexto"/>
          <p:cNvSpPr txBox="1">
            <a:spLocks noChangeArrowheads="1"/>
          </p:cNvSpPr>
          <p:nvPr/>
        </p:nvSpPr>
        <p:spPr bwMode="auto">
          <a:xfrm>
            <a:off x="2595544" y="6357958"/>
            <a:ext cx="1000132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뉴질랜드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cxnSp>
        <p:nvCxnSpPr>
          <p:cNvPr id="104" name="직선 연결선 103"/>
          <p:cNvCxnSpPr>
            <a:endCxn id="102" idx="0"/>
          </p:cNvCxnSpPr>
          <p:nvPr/>
        </p:nvCxnSpPr>
        <p:spPr>
          <a:xfrm rot="5400000">
            <a:off x="3566307" y="5394445"/>
            <a:ext cx="857256" cy="630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152 CuadroTexto"/>
          <p:cNvSpPr txBox="1">
            <a:spLocks noChangeArrowheads="1"/>
          </p:cNvSpPr>
          <p:nvPr/>
        </p:nvSpPr>
        <p:spPr bwMode="auto">
          <a:xfrm>
            <a:off x="4881560" y="5917745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PE" sz="1800" dirty="0">
                <a:solidFill>
                  <a:srgbClr val="002F80"/>
                </a:solidFill>
                <a:latin typeface="Calibri" pitchFamily="34" charset="0"/>
                <a:cs typeface="Arial" charset="0"/>
              </a:rPr>
              <a:t>EU</a:t>
            </a:r>
          </a:p>
        </p:txBody>
      </p:sp>
      <p:pic>
        <p:nvPicPr>
          <p:cNvPr id="106" name="Picture 65" descr="?url=http%3A%2F%2Fupload">
            <a:hlinkClick r:id="rId24"/>
          </p:cNvPr>
          <p:cNvPicPr>
            <a:picLocks noChangeAspect="1" noChangeArrowheads="1"/>
          </p:cNvPicPr>
          <p:nvPr/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4881560" y="5675541"/>
            <a:ext cx="457200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7" name="직선 연결선 106"/>
          <p:cNvCxnSpPr>
            <a:stCxn id="106" idx="0"/>
            <a:endCxn id="34" idx="4"/>
          </p:cNvCxnSpPr>
          <p:nvPr/>
        </p:nvCxnSpPr>
        <p:spPr>
          <a:xfrm rot="16200000" flipV="1">
            <a:off x="4489333" y="5054713"/>
            <a:ext cx="441548" cy="800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Picture 12" descr="http://www.sitographics.com/enciclog/banderas/america/image/canada.gif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67378" y="5604103"/>
            <a:ext cx="48418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" name="175 CuadroTexto"/>
          <p:cNvSpPr txBox="1">
            <a:spLocks noChangeArrowheads="1"/>
          </p:cNvSpPr>
          <p:nvPr/>
        </p:nvSpPr>
        <p:spPr bwMode="auto">
          <a:xfrm>
            <a:off x="5537196" y="5904140"/>
            <a:ext cx="102393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1500" b="1" dirty="0" smtClean="0">
                <a:solidFill>
                  <a:srgbClr val="002F80"/>
                </a:solidFill>
                <a:latin typeface="+mn-ea"/>
                <a:ea typeface="+mn-ea"/>
                <a:cs typeface="Arial" charset="0"/>
              </a:rPr>
              <a:t>캐나다</a:t>
            </a:r>
            <a:endParaRPr lang="es-PE" sz="1500" b="1" dirty="0">
              <a:solidFill>
                <a:srgbClr val="002F80"/>
              </a:solidFill>
              <a:latin typeface="+mn-ea"/>
              <a:ea typeface="+mn-ea"/>
              <a:cs typeface="Arial" charset="0"/>
            </a:endParaRPr>
          </a:p>
        </p:txBody>
      </p:sp>
      <p:cxnSp>
        <p:nvCxnSpPr>
          <p:cNvPr id="110" name="직선 연결선 109"/>
          <p:cNvCxnSpPr>
            <a:stCxn id="108" idx="1"/>
            <a:endCxn id="34" idx="4"/>
          </p:cNvCxnSpPr>
          <p:nvPr/>
        </p:nvCxnSpPr>
        <p:spPr>
          <a:xfrm rot="10800000">
            <a:off x="4310054" y="5233994"/>
            <a:ext cx="1357325" cy="5320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>
            <a:stCxn id="8" idx="3"/>
            <a:endCxn id="97" idx="1"/>
          </p:cNvCxnSpPr>
          <p:nvPr/>
        </p:nvCxnSpPr>
        <p:spPr>
          <a:xfrm flipV="1">
            <a:off x="7524766" y="5647550"/>
            <a:ext cx="285752" cy="10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그룹 118"/>
          <p:cNvGrpSpPr/>
          <p:nvPr/>
        </p:nvGrpSpPr>
        <p:grpSpPr>
          <a:xfrm>
            <a:off x="3465510" y="2532269"/>
            <a:ext cx="1773240" cy="1780008"/>
            <a:chOff x="3882224" y="2787441"/>
            <a:chExt cx="1773240" cy="1780008"/>
          </a:xfrm>
        </p:grpSpPr>
        <p:pic>
          <p:nvPicPr>
            <p:cNvPr id="120" name="Picture 776" descr="화살원2"/>
            <p:cNvPicPr>
              <a:picLocks noChangeAspect="1" noChangeArrowheads="1"/>
            </p:cNvPicPr>
            <p:nvPr/>
          </p:nvPicPr>
          <p:blipFill>
            <a:blip r:embed="rId3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grayscl/>
            </a:blip>
            <a:srcRect/>
            <a:stretch>
              <a:fillRect/>
            </a:stretch>
          </p:blipFill>
          <p:spPr bwMode="auto">
            <a:xfrm>
              <a:off x="3882224" y="2787441"/>
              <a:ext cx="1773240" cy="17800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1" name="Oval 780"/>
            <p:cNvSpPr>
              <a:spLocks noChangeArrowheads="1"/>
            </p:cNvSpPr>
            <p:nvPr/>
          </p:nvSpPr>
          <p:spPr bwMode="auto">
            <a:xfrm>
              <a:off x="4079269" y="3006477"/>
              <a:ext cx="1428835" cy="136168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F9F4E3"/>
                </a:gs>
                <a:gs pos="100000">
                  <a:srgbClr val="FFFFFF"/>
                </a:gs>
              </a:gsLst>
              <a:lin ang="5400000" scaled="1"/>
            </a:gradFill>
            <a:ln w="9525" algn="ctr">
              <a:solidFill>
                <a:srgbClr val="E7D48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22" name="180 CuadroTexto"/>
            <p:cNvSpPr txBox="1">
              <a:spLocks noChangeArrowheads="1"/>
            </p:cNvSpPr>
            <p:nvPr/>
          </p:nvSpPr>
          <p:spPr bwMode="auto">
            <a:xfrm>
              <a:off x="4024307" y="3288105"/>
              <a:ext cx="1565275" cy="784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800" b="1" dirty="0" smtClean="0">
                  <a:solidFill>
                    <a:srgbClr val="663300"/>
                  </a:solidFill>
                  <a:latin typeface="+mn-ea"/>
                  <a:ea typeface="+mn-ea"/>
                  <a:cs typeface="Arial" charset="0"/>
                </a:rPr>
                <a:t>MRA</a:t>
              </a:r>
              <a:endParaRPr lang="en-US" altLang="ko-KR" b="1" dirty="0" smtClean="0">
                <a:solidFill>
                  <a:srgbClr val="663300"/>
                </a:solidFill>
                <a:latin typeface="+mn-ea"/>
                <a:ea typeface="+mn-ea"/>
                <a:cs typeface="Arial" charset="0"/>
              </a:endParaRPr>
            </a:p>
            <a:p>
              <a:pPr algn="ctr"/>
              <a:r>
                <a:rPr lang="ko-KR" altLang="en-US" sz="1800" b="1" dirty="0" smtClean="0">
                  <a:solidFill>
                    <a:srgbClr val="663300"/>
                  </a:solidFill>
                  <a:latin typeface="+mn-ea"/>
                  <a:ea typeface="+mn-ea"/>
                  <a:cs typeface="Arial" charset="0"/>
                </a:rPr>
                <a:t>체결현황</a:t>
              </a:r>
              <a:endParaRPr lang="es-PE" sz="1800" b="1" dirty="0">
                <a:solidFill>
                  <a:srgbClr val="663300"/>
                </a:solidFill>
                <a:latin typeface="+mn-ea"/>
                <a:ea typeface="+mn-ea"/>
                <a:cs typeface="Arial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제목 308"/>
          <p:cNvSpPr>
            <a:spLocks noGrp="1"/>
          </p:cNvSpPr>
          <p:nvPr>
            <p:ph type="title"/>
          </p:nvPr>
        </p:nvSpPr>
        <p:spPr>
          <a:xfrm>
            <a:off x="829748" y="333353"/>
            <a:ext cx="5099574" cy="703282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 smtClean="0">
                <a:latin typeface="휴먼둥근헤드라인" pitchFamily="18" charset="-127"/>
                <a:ea typeface="휴먼둥근헤드라인" pitchFamily="18" charset="-127"/>
              </a:rPr>
              <a:t>Ⅵ. </a:t>
            </a:r>
            <a:r>
              <a:rPr lang="ko-KR" altLang="en-US" dirty="0" smtClean="0">
                <a:latin typeface="휴먼둥근헤드라인" pitchFamily="18" charset="-127"/>
                <a:ea typeface="휴먼둥근헤드라인" pitchFamily="18" charset="-127"/>
              </a:rPr>
              <a:t>주요국 </a:t>
            </a:r>
            <a:r>
              <a:rPr lang="en-US" altLang="ko-KR" dirty="0" smtClean="0">
                <a:latin typeface="휴먼둥근헤드라인" pitchFamily="18" charset="-127"/>
                <a:ea typeface="휴먼둥근헤드라인" pitchFamily="18" charset="-127"/>
              </a:rPr>
              <a:t>AEO </a:t>
            </a:r>
            <a:r>
              <a:rPr lang="ko-KR" altLang="en-US" dirty="0" smtClean="0">
                <a:latin typeface="휴먼둥근헤드라인" pitchFamily="18" charset="-127"/>
                <a:ea typeface="휴먼둥근헤드라인" pitchFamily="18" charset="-127"/>
              </a:rPr>
              <a:t>공인 현황</a:t>
            </a:r>
            <a:endParaRPr lang="ko-KR" altLang="en-US" dirty="0"/>
          </a:p>
        </p:txBody>
      </p:sp>
      <p:sp>
        <p:nvSpPr>
          <p:cNvPr id="7" name="직사각형 9"/>
          <p:cNvSpPr>
            <a:spLocks noChangeArrowheads="1"/>
          </p:cNvSpPr>
          <p:nvPr/>
        </p:nvSpPr>
        <p:spPr bwMode="auto">
          <a:xfrm>
            <a:off x="730557" y="1586834"/>
            <a:ext cx="75961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ko-KR" altLang="en-US" b="1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2000" b="1" dirty="0">
                <a:latin typeface="맑은 고딕" pitchFamily="50" charset="-127"/>
                <a:ea typeface="맑은 고딕" pitchFamily="50" charset="-127"/>
              </a:rPr>
              <a:t>일본 </a:t>
            </a:r>
            <a:r>
              <a:rPr kumimoji="0" lang="en-US" altLang="ko-KR" sz="2000" b="1" dirty="0">
                <a:latin typeface="맑은 고딕" pitchFamily="50" charset="-127"/>
                <a:ea typeface="맑은 고딕" pitchFamily="50" charset="-127"/>
              </a:rPr>
              <a:t>: 2006</a:t>
            </a:r>
            <a:r>
              <a:rPr kumimoji="0" lang="ko-KR" altLang="en-US" sz="2000" b="1" dirty="0">
                <a:latin typeface="맑은 고딕" pitchFamily="50" charset="-127"/>
                <a:ea typeface="맑은 고딕" pitchFamily="50" charset="-127"/>
              </a:rPr>
              <a:t>년 제도 도입 이후 </a:t>
            </a:r>
            <a:r>
              <a:rPr kumimoji="0" lang="en-US" altLang="ko-KR" sz="2000" b="1" dirty="0">
                <a:latin typeface="맑은 고딕" pitchFamily="50" charset="-127"/>
                <a:ea typeface="맑은 고딕" pitchFamily="50" charset="-127"/>
              </a:rPr>
              <a:t>455</a:t>
            </a:r>
            <a:r>
              <a:rPr kumimoji="0" lang="ko-KR" altLang="en-US" sz="2000" b="1" dirty="0">
                <a:latin typeface="맑은 고딕" pitchFamily="50" charset="-127"/>
                <a:ea typeface="맑은 고딕" pitchFamily="50" charset="-127"/>
              </a:rPr>
              <a:t>개사 공인</a:t>
            </a:r>
            <a:r>
              <a:rPr kumimoji="0" lang="en-US" altLang="ko-KR" sz="2000" dirty="0">
                <a:latin typeface="맑은 고딕" pitchFamily="50" charset="-127"/>
                <a:ea typeface="맑은 고딕" pitchFamily="50" charset="-127"/>
              </a:rPr>
              <a:t>(’11.9)</a:t>
            </a:r>
            <a:endParaRPr kumimoji="0" lang="ko-KR" altLang="en-US" sz="2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10"/>
          <p:cNvSpPr>
            <a:spLocks noChangeArrowheads="1"/>
          </p:cNvSpPr>
          <p:nvPr/>
        </p:nvSpPr>
        <p:spPr bwMode="auto">
          <a:xfrm>
            <a:off x="755650" y="3429000"/>
            <a:ext cx="67500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ko-KR" altLang="en-US" b="1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2000" b="1" dirty="0" smtClean="0">
                <a:latin typeface="맑은 고딕" pitchFamily="50" charset="-127"/>
                <a:ea typeface="맑은 고딕" pitchFamily="50" charset="-127"/>
              </a:rPr>
              <a:t>한국 </a:t>
            </a:r>
            <a:r>
              <a:rPr kumimoji="0" lang="en-US" altLang="ko-KR" sz="2000" b="1" dirty="0">
                <a:latin typeface="맑은 고딕" pitchFamily="50" charset="-127"/>
                <a:ea typeface="맑은 고딕" pitchFamily="50" charset="-127"/>
              </a:rPr>
              <a:t>: 2009</a:t>
            </a:r>
            <a:r>
              <a:rPr kumimoji="0" lang="ko-KR" altLang="en-US" sz="2000" b="1" dirty="0">
                <a:latin typeface="맑은 고딕" pitchFamily="50" charset="-127"/>
                <a:ea typeface="맑은 고딕" pitchFamily="50" charset="-127"/>
              </a:rPr>
              <a:t>년 제도 도입 이후 </a:t>
            </a:r>
            <a:r>
              <a:rPr kumimoji="0" lang="en-US" altLang="ko-KR" sz="2000" b="1" dirty="0">
                <a:latin typeface="맑은 고딕" pitchFamily="50" charset="-127"/>
                <a:ea typeface="맑은 고딕" pitchFamily="50" charset="-127"/>
              </a:rPr>
              <a:t>151</a:t>
            </a:r>
            <a:r>
              <a:rPr kumimoji="0" lang="ko-KR" altLang="en-US" sz="2000" b="1" dirty="0">
                <a:latin typeface="맑은 고딕" pitchFamily="50" charset="-127"/>
                <a:ea typeface="맑은 고딕" pitchFamily="50" charset="-127"/>
              </a:rPr>
              <a:t>개사 공인</a:t>
            </a:r>
            <a:r>
              <a:rPr kumimoji="0" lang="en-US" altLang="ko-KR" sz="2000" dirty="0">
                <a:latin typeface="맑은 고딕" pitchFamily="50" charset="-127"/>
                <a:ea typeface="맑은 고딕" pitchFamily="50" charset="-127"/>
              </a:rPr>
              <a:t>(’11.9)</a:t>
            </a:r>
            <a:endParaRPr kumimoji="0" lang="ko-KR" altLang="en-US" sz="20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1187450" y="1989138"/>
          <a:ext cx="6885012" cy="851408"/>
        </p:xfrm>
        <a:graphic>
          <a:graphicData uri="http://schemas.openxmlformats.org/drawingml/2006/table">
            <a:tbl>
              <a:tblPr/>
              <a:tblGrid>
                <a:gridCol w="1152694"/>
                <a:gridCol w="1152694"/>
                <a:gridCol w="1137118"/>
                <a:gridCol w="1137118"/>
                <a:gridCol w="1152694"/>
                <a:gridCol w="1152694"/>
              </a:tblGrid>
              <a:tr h="36274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 err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수입자</a:t>
                      </a:r>
                      <a:endParaRPr lang="ko-KR" altLang="en-US" sz="1600" b="1" i="0" spc="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수출자</a:t>
                      </a:r>
                      <a:endParaRPr lang="ko-KR" altLang="en-US" sz="1600" b="1" i="0" spc="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통관업</a:t>
                      </a: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보세창고</a:t>
                      </a: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보세운송</a:t>
                      </a: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계</a:t>
                      </a: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</a:tr>
              <a:tr h="36274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79</a:t>
                      </a:r>
                      <a:endParaRPr lang="ko-KR" altLang="en-US" sz="1600" b="0" i="0" spc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243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39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92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456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직사각형 13"/>
          <p:cNvSpPr>
            <a:spLocks noChangeArrowheads="1"/>
          </p:cNvSpPr>
          <p:nvPr/>
        </p:nvSpPr>
        <p:spPr bwMode="auto">
          <a:xfrm>
            <a:off x="900113" y="2852738"/>
            <a:ext cx="63896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dirty="0" smtClean="0">
                <a:latin typeface="맑은 고딕" pitchFamily="50" charset="-127"/>
                <a:ea typeface="맑은 고딕" pitchFamily="50" charset="-127"/>
              </a:rPr>
              <a:t>     ※ </a:t>
            </a:r>
            <a:r>
              <a:rPr kumimoji="0" lang="ko-KR" altLang="en-US" dirty="0">
                <a:latin typeface="맑은 고딕" pitchFamily="50" charset="-127"/>
                <a:ea typeface="맑은 고딕" pitchFamily="50" charset="-127"/>
              </a:rPr>
              <a:t>한국계 </a:t>
            </a:r>
            <a:r>
              <a:rPr kumimoji="0" lang="en-US" altLang="ko-KR" dirty="0">
                <a:latin typeface="맑은 고딕" pitchFamily="50" charset="-127"/>
                <a:ea typeface="맑은 고딕" pitchFamily="50" charset="-127"/>
              </a:rPr>
              <a:t>AEO : </a:t>
            </a:r>
            <a:r>
              <a:rPr kumimoji="0" lang="ko-KR" altLang="en-US" dirty="0" err="1">
                <a:latin typeface="맑은 고딕" pitchFamily="50" charset="-127"/>
                <a:ea typeface="맑은 고딕" pitchFamily="50" charset="-127"/>
              </a:rPr>
              <a:t>삼성저팬</a:t>
            </a:r>
            <a:r>
              <a:rPr kumimoji="0" lang="en-US" altLang="ko-KR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dirty="0">
                <a:latin typeface="맑은 고딕" pitchFamily="50" charset="-127"/>
                <a:ea typeface="맑은 고딕" pitchFamily="50" charset="-127"/>
              </a:rPr>
              <a:t>수출</a:t>
            </a:r>
            <a:r>
              <a:rPr kumimoji="0" lang="en-US" altLang="ko-KR" dirty="0">
                <a:latin typeface="맑은 고딕" pitchFamily="50" charset="-127"/>
                <a:ea typeface="맑은 고딕" pitchFamily="50" charset="-127"/>
              </a:rPr>
              <a:t>), </a:t>
            </a:r>
            <a:r>
              <a:rPr kumimoji="0" lang="ko-KR" altLang="en-US" dirty="0" err="1">
                <a:latin typeface="맑은 고딕" pitchFamily="50" charset="-127"/>
                <a:ea typeface="맑은 고딕" pitchFamily="50" charset="-127"/>
              </a:rPr>
              <a:t>롯데주류저팬</a:t>
            </a:r>
            <a:r>
              <a:rPr kumimoji="0" lang="en-US" altLang="ko-KR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dirty="0">
                <a:latin typeface="맑은 고딕" pitchFamily="50" charset="-127"/>
                <a:ea typeface="맑은 고딕" pitchFamily="50" charset="-127"/>
              </a:rPr>
              <a:t>수입</a:t>
            </a:r>
            <a:r>
              <a:rPr kumimoji="0" lang="en-US" altLang="ko-KR" dirty="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1227138" y="3933825"/>
          <a:ext cx="6801967" cy="851408"/>
        </p:xfrm>
        <a:graphic>
          <a:graphicData uri="http://schemas.openxmlformats.org/drawingml/2006/table">
            <a:tbl>
              <a:tblPr/>
              <a:tblGrid>
                <a:gridCol w="826906"/>
                <a:gridCol w="826906"/>
                <a:gridCol w="826906"/>
                <a:gridCol w="826906"/>
                <a:gridCol w="813568"/>
                <a:gridCol w="920266"/>
                <a:gridCol w="933603"/>
                <a:gridCol w="826906"/>
              </a:tblGrid>
              <a:tr h="25717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수입자</a:t>
                      </a:r>
                      <a:endParaRPr lang="ko-KR" altLang="en-US" sz="1600" b="1" i="0" spc="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수출자</a:t>
                      </a:r>
                      <a:endParaRPr lang="ko-KR" altLang="en-US" sz="1600" b="1" i="0" spc="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 err="1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포워더</a:t>
                      </a:r>
                      <a:endParaRPr lang="ko-KR" altLang="en-US" sz="1600" b="1" i="0" spc="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선사</a:t>
                      </a: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관세사</a:t>
                      </a: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보세구역</a:t>
                      </a: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보세운송</a:t>
                      </a: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계</a:t>
                      </a: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61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57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17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24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175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직사각형 16"/>
          <p:cNvSpPr>
            <a:spLocks noChangeArrowheads="1"/>
          </p:cNvSpPr>
          <p:nvPr/>
        </p:nvSpPr>
        <p:spPr bwMode="auto">
          <a:xfrm>
            <a:off x="755650" y="4868863"/>
            <a:ext cx="79200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ko-KR" altLang="en-US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b="1" dirty="0">
                <a:latin typeface="맑은 고딕" pitchFamily="50" charset="-127"/>
                <a:ea typeface="맑은 고딕" pitchFamily="50" charset="-127"/>
              </a:rPr>
              <a:t>주요국 공인 현황</a:t>
            </a:r>
            <a:r>
              <a:rPr kumimoji="0" lang="en-US" altLang="ko-KR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dirty="0">
                <a:latin typeface="맑은 고딕" pitchFamily="50" charset="-127"/>
                <a:ea typeface="맑은 고딕" pitchFamily="50" charset="-127"/>
              </a:rPr>
              <a:t>세계 </a:t>
            </a:r>
            <a:r>
              <a:rPr kumimoji="0" lang="en-US" altLang="ko-KR" dirty="0">
                <a:latin typeface="맑은 고딕" pitchFamily="50" charset="-127"/>
                <a:ea typeface="맑은 고딕" pitchFamily="50" charset="-127"/>
              </a:rPr>
              <a:t>51</a:t>
            </a:r>
            <a:r>
              <a:rPr kumimoji="0" lang="ko-KR" altLang="en-US" dirty="0">
                <a:latin typeface="맑은 고딕" pitchFamily="50" charset="-127"/>
                <a:ea typeface="맑은 고딕" pitchFamily="50" charset="-127"/>
              </a:rPr>
              <a:t>개국 </a:t>
            </a:r>
            <a:r>
              <a:rPr kumimoji="0" lang="en-US" altLang="ko-KR" dirty="0">
                <a:latin typeface="맑은 고딕" pitchFamily="50" charset="-127"/>
                <a:ea typeface="맑은 고딕" pitchFamily="50" charset="-127"/>
              </a:rPr>
              <a:t>AEO </a:t>
            </a:r>
            <a:r>
              <a:rPr kumimoji="0" lang="ko-KR" altLang="en-US" dirty="0">
                <a:latin typeface="맑은 고딕" pitchFamily="50" charset="-127"/>
                <a:ea typeface="맑은 고딕" pitchFamily="50" charset="-127"/>
              </a:rPr>
              <a:t>제도 시행 중</a:t>
            </a:r>
            <a:r>
              <a:rPr kumimoji="0" lang="en-US" altLang="ko-KR" dirty="0">
                <a:latin typeface="맑은 고딕" pitchFamily="50" charset="-127"/>
                <a:ea typeface="맑은 고딕" pitchFamily="50" charset="-127"/>
              </a:rPr>
              <a:t>)</a:t>
            </a:r>
            <a:endParaRPr kumimoji="0"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258888" y="5373688"/>
          <a:ext cx="6696744" cy="851408"/>
        </p:xfrm>
        <a:graphic>
          <a:graphicData uri="http://schemas.openxmlformats.org/drawingml/2006/table">
            <a:tbl>
              <a:tblPr/>
              <a:tblGrid>
                <a:gridCol w="1133701"/>
                <a:gridCol w="1133701"/>
                <a:gridCol w="1133701"/>
                <a:gridCol w="1133701"/>
                <a:gridCol w="1080970"/>
                <a:gridCol w="1080970"/>
              </a:tblGrid>
              <a:tr h="25717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미국</a:t>
                      </a: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EU</a:t>
                      </a: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중국</a:t>
                      </a: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캐나다</a:t>
                      </a: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뉴질랜드</a:t>
                      </a: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i="0" spc="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itchFamily="50" charset="-127"/>
                          <a:ea typeface="맑은 고딕" pitchFamily="50" charset="-127"/>
                        </a:rPr>
                        <a:t>싱가포르</a:t>
                      </a: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10,100</a:t>
                      </a:r>
                      <a:endParaRPr lang="ko-KR" altLang="en-US" sz="1600" b="0" i="0" spc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5,766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1,825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1,283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128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0" i="0" spc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36</a:t>
                      </a:r>
                      <a:endParaRPr lang="ko-KR" altLang="en-US" sz="1600" b="0" i="0" spc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780" marR="17780" marT="17780" marB="17780" anchor="ctr">
                    <a:lnL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4" name="Picture 9" descr="아이콘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1808" y="1633218"/>
            <a:ext cx="296863" cy="298803"/>
          </a:xfrm>
          <a:prstGeom prst="rect">
            <a:avLst/>
          </a:prstGeom>
          <a:noFill/>
        </p:spPr>
      </p:pic>
      <p:pic>
        <p:nvPicPr>
          <p:cNvPr id="15" name="Picture 9" descr="아이콘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748" y="3487387"/>
            <a:ext cx="296863" cy="298803"/>
          </a:xfrm>
          <a:prstGeom prst="rect">
            <a:avLst/>
          </a:prstGeom>
          <a:noFill/>
        </p:spPr>
      </p:pic>
      <p:pic>
        <p:nvPicPr>
          <p:cNvPr id="16" name="Picture 9" descr="아이콘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0361" y="4916147"/>
            <a:ext cx="296863" cy="298803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제목 308"/>
          <p:cNvSpPr>
            <a:spLocks noGrp="1"/>
          </p:cNvSpPr>
          <p:nvPr>
            <p:ph type="title"/>
          </p:nvPr>
        </p:nvSpPr>
        <p:spPr>
          <a:xfrm>
            <a:off x="829748" y="333353"/>
            <a:ext cx="5099574" cy="703282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 smtClean="0">
                <a:latin typeface="휴먼둥근헤드라인" pitchFamily="18" charset="-127"/>
                <a:ea typeface="휴먼둥근헤드라인" pitchFamily="18" charset="-127"/>
              </a:rPr>
              <a:t>Ⅶ. </a:t>
            </a:r>
            <a:r>
              <a:rPr lang="ko-KR" altLang="en-US" dirty="0" smtClean="0">
                <a:latin typeface="휴먼둥근헤드라인" pitchFamily="18" charset="-127"/>
                <a:ea typeface="휴먼둥근헤드라인" pitchFamily="18" charset="-127"/>
              </a:rPr>
              <a:t>참고사항</a:t>
            </a:r>
            <a:endParaRPr lang="ko-KR" altLang="en-US" dirty="0"/>
          </a:p>
        </p:txBody>
      </p:sp>
      <p:sp>
        <p:nvSpPr>
          <p:cNvPr id="17" name="직사각형 23"/>
          <p:cNvSpPr>
            <a:spLocks noChangeArrowheads="1"/>
          </p:cNvSpPr>
          <p:nvPr/>
        </p:nvSpPr>
        <p:spPr bwMode="auto">
          <a:xfrm>
            <a:off x="684213" y="1848097"/>
            <a:ext cx="80645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ko-KR" altLang="en-US" sz="2400" dirty="0">
                <a:latin typeface="맑은 고딕" pitchFamily="50" charset="-127"/>
                <a:ea typeface="맑은 고딕" pitchFamily="50" charset="-127"/>
              </a:rPr>
              <a:t>    </a:t>
            </a:r>
            <a:r>
              <a:rPr kumimoji="0" lang="en-US" altLang="ko-KR" sz="2000" dirty="0">
                <a:latin typeface="맑은 고딕" pitchFamily="50" charset="-127"/>
                <a:ea typeface="맑은 고딕" pitchFamily="50" charset="-127"/>
              </a:rPr>
              <a:t>&lt;</a:t>
            </a:r>
            <a:r>
              <a:rPr kumimoji="0" lang="ko-KR" altLang="en-US" sz="2000" dirty="0">
                <a:latin typeface="맑은 고딕" pitchFamily="50" charset="-127"/>
                <a:ea typeface="맑은 고딕" pitchFamily="50" charset="-127"/>
              </a:rPr>
              <a:t>일본</a:t>
            </a:r>
            <a:r>
              <a:rPr kumimoji="0" lang="en-US" altLang="ko-KR" sz="2000" dirty="0">
                <a:latin typeface="맑은 고딕" pitchFamily="50" charset="-127"/>
                <a:ea typeface="맑은 고딕" pitchFamily="50" charset="-127"/>
              </a:rPr>
              <a:t>&gt;</a:t>
            </a:r>
            <a:r>
              <a:rPr kumimoji="0" lang="en-US" altLang="ko-KR" sz="2400" dirty="0">
                <a:latin typeface="맑은 고딕" pitchFamily="50" charset="-127"/>
                <a:ea typeface="맑은 고딕" pitchFamily="50" charset="-127"/>
              </a:rPr>
              <a:t>                 </a:t>
            </a:r>
            <a:r>
              <a:rPr kumimoji="0" lang="en-US" altLang="ko-KR" sz="2000" dirty="0">
                <a:latin typeface="맑은 고딕" pitchFamily="50" charset="-127"/>
                <a:ea typeface="맑은 고딕" pitchFamily="50" charset="-127"/>
              </a:rPr>
              <a:t> &lt;</a:t>
            </a:r>
            <a:r>
              <a:rPr kumimoji="0" lang="ko-KR" altLang="en-US" sz="2000" dirty="0">
                <a:latin typeface="맑은 고딕" pitchFamily="50" charset="-127"/>
                <a:ea typeface="맑은 고딕" pitchFamily="50" charset="-127"/>
              </a:rPr>
              <a:t>한국</a:t>
            </a:r>
            <a:r>
              <a:rPr kumimoji="0" lang="en-US" altLang="ko-KR" sz="2000" dirty="0">
                <a:latin typeface="맑은 고딕" pitchFamily="50" charset="-127"/>
                <a:ea typeface="맑은 고딕" pitchFamily="50" charset="-127"/>
              </a:rPr>
              <a:t>&gt;</a:t>
            </a:r>
            <a:r>
              <a:rPr kumimoji="0" lang="en-US" altLang="ko-KR" sz="2400" dirty="0">
                <a:latin typeface="맑은 고딕" pitchFamily="50" charset="-127"/>
                <a:ea typeface="맑은 고딕" pitchFamily="50" charset="-127"/>
              </a:rPr>
              <a:t>                 </a:t>
            </a:r>
            <a:r>
              <a:rPr kumimoji="0" lang="en-US" altLang="ko-KR" sz="2000" dirty="0">
                <a:latin typeface="맑은 고딕" pitchFamily="50" charset="-127"/>
                <a:ea typeface="맑은 고딕" pitchFamily="50" charset="-127"/>
              </a:rPr>
              <a:t>&lt;EU&gt;</a:t>
            </a:r>
            <a:endParaRPr kumimoji="0" lang="ko-KR" altLang="en-US" sz="2000" dirty="0">
              <a:latin typeface="맑은 고딕" pitchFamily="50" charset="-127"/>
              <a:ea typeface="맑은 고딕" pitchFamily="50" charset="-127"/>
            </a:endParaRPr>
          </a:p>
          <a:p>
            <a:endParaRPr kumimoji="0" lang="en-US" altLang="ko-KR" sz="2400" dirty="0">
              <a:latin typeface="맑은 고딕" pitchFamily="50" charset="-127"/>
              <a:ea typeface="맑은 고딕" pitchFamily="50" charset="-127"/>
            </a:endParaRPr>
          </a:p>
          <a:p>
            <a:endParaRPr kumimoji="0" lang="en-US" altLang="ko-KR" sz="2400" dirty="0">
              <a:latin typeface="맑은 고딕" pitchFamily="50" charset="-127"/>
              <a:ea typeface="맑은 고딕" pitchFamily="50" charset="-127"/>
            </a:endParaRPr>
          </a:p>
          <a:p>
            <a:endParaRPr kumimoji="0" lang="ko-KR" altLang="en-US" sz="2400" dirty="0">
              <a:latin typeface="맑은 고딕" pitchFamily="50" charset="-127"/>
              <a:ea typeface="맑은 고딕" pitchFamily="50" charset="-127"/>
            </a:endParaRPr>
          </a:p>
          <a:p>
            <a:r>
              <a:rPr kumimoji="0" lang="ko-KR" altLang="en-US" sz="2400" dirty="0">
                <a:latin typeface="맑은 고딕" pitchFamily="50" charset="-127"/>
                <a:ea typeface="맑은 고딕" pitchFamily="50" charset="-127"/>
              </a:rPr>
              <a:t>         </a:t>
            </a:r>
          </a:p>
          <a:p>
            <a:endParaRPr kumimoji="0" lang="en-US" altLang="ko-KR" sz="2400" dirty="0">
              <a:latin typeface="맑은 고딕" pitchFamily="50" charset="-127"/>
              <a:ea typeface="맑은 고딕" pitchFamily="50" charset="-127"/>
            </a:endParaRPr>
          </a:p>
          <a:p>
            <a:r>
              <a:rPr kumimoji="0" lang="ko-KR" altLang="en-US" sz="24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2400" b="1" dirty="0" smtClean="0">
                <a:latin typeface="맑은 고딕" pitchFamily="50" charset="-127"/>
                <a:ea typeface="맑은 고딕" pitchFamily="50" charset="-127"/>
              </a:rPr>
              <a:t>세관 </a:t>
            </a:r>
            <a:r>
              <a:rPr kumimoji="0" lang="ko-KR" altLang="en-US" sz="2400" b="1" dirty="0">
                <a:latin typeface="맑은 고딕" pitchFamily="50" charset="-127"/>
                <a:ea typeface="맑은 고딕" pitchFamily="50" charset="-127"/>
              </a:rPr>
              <a:t>홈페이지 </a:t>
            </a:r>
            <a:r>
              <a:rPr kumimoji="0" lang="en-US" altLang="ko-KR" sz="2400" b="1" dirty="0">
                <a:latin typeface="맑은 고딕" pitchFamily="50" charset="-127"/>
                <a:ea typeface="맑은 고딕" pitchFamily="50" charset="-127"/>
              </a:rPr>
              <a:t>AEO </a:t>
            </a:r>
            <a:r>
              <a:rPr kumimoji="0" lang="ko-KR" altLang="en-US" sz="2400" b="1" dirty="0">
                <a:latin typeface="맑은 고딕" pitchFamily="50" charset="-127"/>
                <a:ea typeface="맑은 고딕" pitchFamily="50" charset="-127"/>
              </a:rPr>
              <a:t>제도 안내</a:t>
            </a:r>
          </a:p>
          <a:p>
            <a:r>
              <a:rPr kumimoji="0" lang="ko-KR" altLang="en-US" sz="2400" dirty="0">
                <a:latin typeface="맑은 고딕" pitchFamily="50" charset="-127"/>
                <a:ea typeface="맑은 고딕" pitchFamily="50" charset="-127"/>
              </a:rPr>
              <a:t> </a:t>
            </a:r>
            <a:r>
              <a:rPr kumimoji="0" lang="en-US" altLang="ko-KR" sz="2000" dirty="0" smtClean="0">
                <a:latin typeface="맑은 고딕" pitchFamily="50" charset="-127"/>
                <a:ea typeface="맑은 고딕" pitchFamily="50" charset="-127"/>
              </a:rPr>
              <a:t>-</a:t>
            </a:r>
            <a:r>
              <a:rPr kumimoji="0" lang="ko-KR" altLang="en-US" sz="2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2000" dirty="0">
                <a:latin typeface="맑은 고딕" pitchFamily="50" charset="-127"/>
                <a:ea typeface="맑은 고딕" pitchFamily="50" charset="-127"/>
              </a:rPr>
              <a:t>인증요건 체크리스트</a:t>
            </a:r>
            <a:r>
              <a:rPr kumimoji="0" lang="en-US" altLang="ko-KR" sz="2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2000" dirty="0">
                <a:latin typeface="맑은 고딕" pitchFamily="50" charset="-127"/>
                <a:ea typeface="맑은 고딕" pitchFamily="50" charset="-127"/>
              </a:rPr>
              <a:t>인증절차</a:t>
            </a:r>
            <a:r>
              <a:rPr kumimoji="0" lang="en-US" altLang="ko-KR" sz="2000" dirty="0">
                <a:latin typeface="맑은 고딕" pitchFamily="50" charset="-127"/>
                <a:ea typeface="맑은 고딕" pitchFamily="50" charset="-127"/>
              </a:rPr>
              <a:t>, AEO </a:t>
            </a:r>
            <a:r>
              <a:rPr kumimoji="0" lang="ko-KR" altLang="en-US" sz="2000" dirty="0">
                <a:latin typeface="맑은 고딕" pitchFamily="50" charset="-127"/>
                <a:ea typeface="맑은 고딕" pitchFamily="50" charset="-127"/>
              </a:rPr>
              <a:t>회사명부 등 </a:t>
            </a:r>
          </a:p>
          <a:p>
            <a:r>
              <a:rPr kumimoji="0" lang="ko-KR" altLang="en-US" sz="2400" dirty="0">
                <a:latin typeface="맑은 고딕" pitchFamily="50" charset="-127"/>
                <a:ea typeface="맑은 고딕" pitchFamily="50" charset="-127"/>
              </a:rPr>
              <a:t>   </a:t>
            </a:r>
            <a:r>
              <a:rPr kumimoji="0" lang="en-US" altLang="ko-KR" sz="1400" dirty="0">
                <a:latin typeface="맑은 고딕" pitchFamily="50" charset="-127"/>
                <a:ea typeface="맑은 고딕" pitchFamily="50" charset="-127"/>
                <a:hlinkClick r:id="rId3"/>
              </a:rPr>
              <a:t>http://www.customs.go.jp/zeikan/seido/kaizen.htm#03</a:t>
            </a:r>
            <a:endParaRPr kumimoji="0" lang="ko-KR" altLang="en-US" sz="1400" dirty="0">
              <a:latin typeface="맑은 고딕" pitchFamily="50" charset="-127"/>
              <a:ea typeface="맑은 고딕" pitchFamily="50" charset="-127"/>
            </a:endParaRPr>
          </a:p>
          <a:p>
            <a:endParaRPr kumimoji="0" lang="ko-KR" altLang="en-US" sz="2400" dirty="0">
              <a:latin typeface="맑은 고딕" pitchFamily="50" charset="-127"/>
              <a:ea typeface="맑은 고딕" pitchFamily="50" charset="-127"/>
            </a:endParaRPr>
          </a:p>
          <a:p>
            <a:r>
              <a:rPr kumimoji="0" lang="ko-KR" altLang="en-US" sz="24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2400" b="1" dirty="0" smtClean="0">
                <a:latin typeface="맑은 고딕" pitchFamily="50" charset="-127"/>
                <a:ea typeface="맑은 고딕" pitchFamily="50" charset="-127"/>
              </a:rPr>
              <a:t>주일 </a:t>
            </a:r>
            <a:r>
              <a:rPr kumimoji="0" lang="ko-KR" altLang="en-US" sz="2400" b="1" dirty="0">
                <a:latin typeface="맑은 고딕" pitchFamily="50" charset="-127"/>
                <a:ea typeface="맑은 고딕" pitchFamily="50" charset="-127"/>
              </a:rPr>
              <a:t>한국대사관 상담창구</a:t>
            </a:r>
          </a:p>
          <a:p>
            <a:r>
              <a:rPr kumimoji="0" lang="ko-KR" altLang="en-US" sz="2400" dirty="0" smtClean="0">
                <a:latin typeface="맑은 고딕" pitchFamily="50" charset="-127"/>
                <a:ea typeface="맑은 고딕" pitchFamily="50" charset="-127"/>
              </a:rPr>
              <a:t> </a:t>
            </a:r>
            <a:r>
              <a:rPr kumimoji="0" lang="en-US" altLang="ko-KR" sz="2000" dirty="0" smtClean="0">
                <a:latin typeface="맑은 고딕" pitchFamily="50" charset="-127"/>
                <a:ea typeface="맑은 고딕" pitchFamily="50" charset="-127"/>
              </a:rPr>
              <a:t>-</a:t>
            </a:r>
            <a:r>
              <a:rPr kumimoji="0" lang="ko-KR" altLang="en-US" sz="2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2000" dirty="0" err="1" smtClean="0">
                <a:latin typeface="맑은 고딕" pitchFamily="50" charset="-127"/>
                <a:ea typeface="맑은 고딕" pitchFamily="50" charset="-127"/>
              </a:rPr>
              <a:t>관세관</a:t>
            </a:r>
            <a:r>
              <a:rPr kumimoji="0" lang="ko-KR" altLang="en-US" sz="2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2000" dirty="0">
                <a:latin typeface="맑은 고딕" pitchFamily="50" charset="-127"/>
                <a:ea typeface="맑은 고딕" pitchFamily="50" charset="-127"/>
              </a:rPr>
              <a:t>류원택 ☏ </a:t>
            </a:r>
            <a:r>
              <a:rPr kumimoji="0" lang="en-US" altLang="ko-KR" sz="2000" dirty="0">
                <a:latin typeface="맑은 고딕" pitchFamily="50" charset="-127"/>
                <a:ea typeface="맑은 고딕" pitchFamily="50" charset="-127"/>
              </a:rPr>
              <a:t>03-3225-8673, 080-4351-4159</a:t>
            </a:r>
            <a:endParaRPr kumimoji="0" lang="ko-KR" altLang="en-US" sz="20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8" name="그림 5" descr="1.bmp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6013" y="2306375"/>
            <a:ext cx="1439862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그림 6" descr="2.bmp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91880" y="2581664"/>
            <a:ext cx="2447925" cy="99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그림 7" descr="3.bmp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72225" y="2477720"/>
            <a:ext cx="1903413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9" descr="아이콘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21568" y="4149080"/>
            <a:ext cx="296863" cy="298803"/>
          </a:xfrm>
          <a:prstGeom prst="rect">
            <a:avLst/>
          </a:prstGeom>
          <a:noFill/>
        </p:spPr>
      </p:pic>
      <p:pic>
        <p:nvPicPr>
          <p:cNvPr id="22" name="Picture 9" descr="아이콘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4328" y="5539406"/>
            <a:ext cx="296863" cy="298803"/>
          </a:xfrm>
          <a:prstGeom prst="rect">
            <a:avLst/>
          </a:prstGeom>
          <a:noFill/>
        </p:spPr>
      </p:pic>
      <p:pic>
        <p:nvPicPr>
          <p:cNvPr id="9" name="Picture 9" descr="아이콘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1736" y="1412776"/>
            <a:ext cx="296863" cy="298803"/>
          </a:xfrm>
          <a:prstGeom prst="rect">
            <a:avLst/>
          </a:prstGeom>
          <a:noFill/>
        </p:spPr>
      </p:pic>
      <p:sp>
        <p:nvSpPr>
          <p:cNvPr id="11" name="제목 308"/>
          <p:cNvSpPr txBox="1">
            <a:spLocks/>
          </p:cNvSpPr>
          <p:nvPr/>
        </p:nvSpPr>
        <p:spPr>
          <a:xfrm>
            <a:off x="755576" y="1268760"/>
            <a:ext cx="5315598" cy="48785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0" hangingPunct="0"/>
            <a:r>
              <a:rPr kumimoji="0" lang="ko-KR" altLang="en-US" sz="2400" b="1" dirty="0" smtClean="0">
                <a:latin typeface="맑은 고딕" pitchFamily="50" charset="-127"/>
                <a:ea typeface="맑은 고딕" pitchFamily="50" charset="-127"/>
              </a:rPr>
              <a:t>국가별 </a:t>
            </a:r>
            <a:r>
              <a:rPr kumimoji="0" lang="en-US" altLang="ko-KR" sz="2400" b="1" dirty="0" smtClean="0">
                <a:latin typeface="맑은 고딕" pitchFamily="50" charset="-127"/>
                <a:ea typeface="맑은 고딕" pitchFamily="50" charset="-127"/>
              </a:rPr>
              <a:t>AEO </a:t>
            </a:r>
            <a:r>
              <a:rPr kumimoji="0" lang="ko-KR" altLang="en-US" sz="2400" b="1" dirty="0" smtClean="0">
                <a:latin typeface="맑은 고딕" pitchFamily="50" charset="-127"/>
                <a:ea typeface="맑은 고딕" pitchFamily="50" charset="-127"/>
              </a:rPr>
              <a:t>마크</a:t>
            </a:r>
            <a:r>
              <a:rPr kumimoji="0" lang="en-US" altLang="ko-K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휴먼둥근헤드라인" pitchFamily="18" charset="-127"/>
                <a:ea typeface="휴먼둥근헤드라인" pitchFamily="18" charset="-127"/>
                <a:cs typeface="+mj-cs"/>
              </a:rPr>
              <a:t>Ⅶ. </a:t>
            </a:r>
            <a:r>
              <a:rPr kumimoji="0" lang="ko-KR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휴먼둥근헤드라인" pitchFamily="18" charset="-127"/>
                <a:ea typeface="휴먼둥근헤드라인" pitchFamily="18" charset="-127"/>
                <a:cs typeface="+mj-cs"/>
              </a:rPr>
              <a:t>참고사항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엔딩1"/>
          <p:cNvPicPr>
            <a:picLocks noChangeAspect="1" noChangeArrowheads="1"/>
          </p:cNvPicPr>
          <p:nvPr/>
        </p:nvPicPr>
        <p:blipFill>
          <a:blip r:embed="rId2" cstate="print"/>
          <a:srcRect l="24722" t="39075" r="26111" b="38889"/>
          <a:stretch>
            <a:fillRect/>
          </a:stretch>
        </p:blipFill>
        <p:spPr bwMode="auto">
          <a:xfrm>
            <a:off x="2324100" y="2636838"/>
            <a:ext cx="449580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0682C-9CBC-40AC-A6CB-3F21CD51C6AC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0.01574 L -2.5E-6 0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00" y="-8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7649</TotalTime>
  <Words>527</Words>
  <Application>Microsoft Office PowerPoint</Application>
  <PresentationFormat>화면 슬라이드 쇼(4:3)</PresentationFormat>
  <Paragraphs>174</Paragraphs>
  <Slides>10</Slides>
  <Notes>8</Notes>
  <HiddenSlides>0</HiddenSlides>
  <MMClips>0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디자인 사용자 지정</vt:lpstr>
      <vt:lpstr>1_디자인 사용자 지정</vt:lpstr>
      <vt:lpstr>2_디자인 사용자 지정</vt:lpstr>
      <vt:lpstr>Office 테마</vt:lpstr>
      <vt:lpstr>슬라이드 1</vt:lpstr>
      <vt:lpstr>목 차</vt:lpstr>
      <vt:lpstr>Ⅰ. AEO 도입배경 및 개념</vt:lpstr>
      <vt:lpstr>Ⅱ. AEO 공인 요건</vt:lpstr>
      <vt:lpstr>Ⅲ. AEO 공인 절차</vt:lpstr>
      <vt:lpstr>Ⅳ. AEO 공인 혜택</vt:lpstr>
      <vt:lpstr>Ⅴ. AEO MRA(상호인정) 추진 현황</vt:lpstr>
      <vt:lpstr>Ⅵ. 주요국 AEO 공인 현황</vt:lpstr>
      <vt:lpstr>Ⅶ. 참고사항</vt:lpstr>
      <vt:lpstr>슬라이드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아사달문서디자인팀</dc:creator>
  <cp:lastModifiedBy> </cp:lastModifiedBy>
  <cp:revision>541</cp:revision>
  <dcterms:created xsi:type="dcterms:W3CDTF">2008-08-11T02:38:39Z</dcterms:created>
  <dcterms:modified xsi:type="dcterms:W3CDTF">2011-10-20T10:00:42Z</dcterms:modified>
</cp:coreProperties>
</file>