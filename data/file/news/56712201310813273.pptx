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saveSubsetFonts="1">
  <p:sldMasterIdLst>
    <p:sldMasterId id="2147483671" r:id="rId1"/>
  </p:sldMasterIdLst>
  <p:notesMasterIdLst>
    <p:notesMasterId r:id="rId3"/>
  </p:notesMasterIdLst>
  <p:handoutMasterIdLst>
    <p:handoutMasterId r:id="rId4"/>
  </p:handoutMasterIdLst>
  <p:sldIdLst>
    <p:sldId id="362" r:id="rId2"/>
  </p:sldIdLst>
  <p:sldSz cx="6858000" cy="9144000" type="screen4x3"/>
  <p:notesSz cx="6888163" cy="10020300"/>
  <p:embeddedFontLst>
    <p:embeddedFont>
      <p:font typeface="나눔고딕" panose="020B0604020202020204" charset="-127"/>
      <p:regular r:id="rId5"/>
      <p:bold r:id="rId6"/>
    </p:embeddedFont>
    <p:embeddedFont>
      <p:font typeface="Meiryo UI" panose="020B0604030504040204" pitchFamily="50" charset="-128"/>
      <p:regular r:id="rId7"/>
      <p:bold r:id="rId8"/>
      <p:italic r:id="rId9"/>
      <p:boldItalic r:id="rId10"/>
    </p:embeddedFont>
    <p:embeddedFont>
      <p:font typeface="바탕" panose="02030600000101010101" pitchFamily="18" charset="-127"/>
      <p:regular r:id="rId11"/>
    </p:embeddedFont>
    <p:embeddedFont>
      <p:font typeface="HY중고딕" panose="020B0600000101010101" charset="-127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HG丸ｺﾞｼｯｸM-PRO" panose="020F0600000000000000" pitchFamily="50" charset="-128"/>
      <p:regular r:id="rId17"/>
    </p:embeddedFont>
    <p:embeddedFont>
      <p:font typeface="맑은 고딕" panose="020B0503020000020004" pitchFamily="34" charset="-127"/>
      <p:regular r:id="rId18"/>
      <p:bold r:id="rId19"/>
    </p:embeddedFont>
    <p:embeddedFont>
      <p:font typeface="Nanum Pen Script" panose="03040600000000000000" pitchFamily="66" charset="-127"/>
      <p:regular r:id="rId20"/>
    </p:embeddedFont>
    <p:embeddedFont>
      <p:font typeface="HGSｺﾞｼｯｸM" panose="020B0600000000000000" pitchFamily="50" charset="-128"/>
      <p:regular r:id="rId21"/>
    </p:embeddedFont>
  </p:embeddedFontLst>
  <p:defaultTextStyle>
    <a:lvl1pPr marL="0" algn="l" rtl="0" latinLnBrk="1">
      <a:defRPr lang="ko-K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1">
      <a:defRPr lang="ko-K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1">
      <a:defRPr lang="ko-K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1">
      <a:defRPr lang="ko-K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1">
      <a:defRPr lang="ko-K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1">
      <a:defRPr lang="ko-K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1">
      <a:defRPr lang="ko-K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1">
      <a:defRPr lang="ko-K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1">
      <a:defRPr lang="ko-KR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C5E"/>
    <a:srgbClr val="7E858E"/>
    <a:srgbClr val="68727E"/>
    <a:srgbClr val="4C535C"/>
    <a:srgbClr val="FFE05B"/>
    <a:srgbClr val="7D62F0"/>
    <a:srgbClr val="FEEA54"/>
    <a:srgbClr val="663300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94" autoAdjust="0"/>
    <p:restoredTop sz="98024" autoAdjust="0"/>
  </p:normalViewPr>
  <p:slideViewPr>
    <p:cSldViewPr>
      <p:cViewPr>
        <p:scale>
          <a:sx n="92" d="100"/>
          <a:sy n="92" d="100"/>
        </p:scale>
        <p:origin x="-3084" y="-72"/>
      </p:cViewPr>
      <p:guideLst>
        <p:guide orient="horz" pos="1609"/>
        <p:guide orient="horz" pos="3617"/>
        <p:guide orient="horz" pos="3529"/>
        <p:guide orient="horz" pos="5555"/>
        <p:guide pos="119"/>
        <p:guide pos="1498"/>
        <p:guide pos="2828"/>
        <p:guide pos="2882"/>
        <p:guide pos="4203"/>
        <p:guide pos="145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484" y="-96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font" Target="fonts/font14.fntdata"/><Relationship Id="rId3" Type="http://schemas.openxmlformats.org/officeDocument/2006/relationships/notesMaster" Target="notesMasters/notesMaster1.xml"/><Relationship Id="rId21" Type="http://schemas.openxmlformats.org/officeDocument/2006/relationships/font" Target="fonts/font17.fntdata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font" Target="fonts/font1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24" Type="http://schemas.openxmlformats.org/officeDocument/2006/relationships/theme" Target="theme/theme1.xml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23" Type="http://schemas.openxmlformats.org/officeDocument/2006/relationships/viewProps" Target="viewProps.xml"/><Relationship Id="rId10" Type="http://schemas.openxmlformats.org/officeDocument/2006/relationships/font" Target="fonts/font6.fntdata"/><Relationship Id="rId19" Type="http://schemas.openxmlformats.org/officeDocument/2006/relationships/font" Target="fonts/font15.fntdata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 latinLnBrk="1">
              <a:defRPr lang="ko-KR" sz="1300"/>
            </a:lvl1pPr>
            <a:extLst/>
          </a:lstStyle>
          <a:p>
            <a:endParaRPr lang="ko-KR" dirty="0"/>
          </a:p>
        </p:txBody>
      </p:sp>
      <p:sp>
        <p:nvSpPr>
          <p:cNvPr id="3" name="Rectangle 3"/>
          <p:cNvSpPr>
            <a:spLocks noGrp="1"/>
          </p:cNvSpPr>
          <p:nvPr>
            <p:ph type="dt" sz="quarter" idx="1"/>
          </p:nvPr>
        </p:nvSpPr>
        <p:spPr>
          <a:xfrm>
            <a:off x="3901698" y="0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 latinLnBrk="1">
              <a:defRPr lang="ko-KR" sz="1300"/>
            </a:lvl1pPr>
            <a:extLst/>
          </a:lstStyle>
          <a:p>
            <a:pPr latinLnBrk="1"/>
            <a:fld id="{68F88C59-319B-4332-9A1D-2A62CFCB00D8}" type="datetimeFigureOut">
              <a:rPr lang="en-US" altLang="ko-KR" smtClean="0"/>
              <a:pPr latinLnBrk="1"/>
              <a:t>10/7/2013</a:t>
            </a:fld>
            <a:endParaRPr lang="ko-KR" dirty="0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2"/>
          </p:nvPr>
        </p:nvSpPr>
        <p:spPr>
          <a:xfrm>
            <a:off x="0" y="9517546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 latinLnBrk="1">
              <a:defRPr lang="ko-KR" sz="1300"/>
            </a:lvl1pPr>
            <a:extLst/>
          </a:lstStyle>
          <a:p>
            <a:endParaRPr lang="ko-KR" dirty="0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3"/>
          </p:nvPr>
        </p:nvSpPr>
        <p:spPr>
          <a:xfrm>
            <a:off x="3901698" y="9517546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 latinLnBrk="1">
              <a:defRPr lang="ko-KR" sz="1300"/>
            </a:lvl1pPr>
            <a:extLst/>
          </a:lstStyle>
          <a:p>
            <a:fld id="{B16A41B8-7DC3-4DB6-84E4-E105629EAA36}" type="slidenum">
              <a:rPr lang="ko-KR" smtClean="0"/>
              <a:pPr/>
              <a:t>‹#›</a:t>
            </a:fld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20698756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 latinLnBrk="1">
              <a:defRPr lang="ko-KR" sz="1300"/>
            </a:lvl1pPr>
            <a:extLst/>
          </a:lstStyle>
          <a:p>
            <a:endParaRPr lang="ko-KR"/>
          </a:p>
        </p:txBody>
      </p:sp>
      <p:sp>
        <p:nvSpPr>
          <p:cNvPr id="3" name="Rectangle 3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 latinLnBrk="1">
              <a:defRPr lang="ko-KR" sz="1300"/>
            </a:lvl1pPr>
            <a:extLst/>
          </a:lstStyle>
          <a:p>
            <a:fld id="{968B300D-05F0-4B43-940D-46DED5A791AD}" type="datetimeFigureOut">
              <a:rPr lang="ko-KR" altLang="en-US"/>
              <a:pPr/>
              <a:t>2013-10-07</a:t>
            </a:fld>
            <a:endParaRPr lang="ko-KR"/>
          </a:p>
        </p:txBody>
      </p:sp>
      <p:sp>
        <p:nvSpPr>
          <p:cNvPr id="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2035175" y="750888"/>
            <a:ext cx="281781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>
            <a:extLst/>
          </a:lstStyle>
          <a:p>
            <a:endParaRPr lang="ko-KR"/>
          </a:p>
        </p:txBody>
      </p:sp>
      <p:sp>
        <p:nvSpPr>
          <p:cNvPr id="5" name="Rectangle 5"/>
          <p:cNvSpPr>
            <a:spLocks noGrp="1"/>
          </p:cNvSpPr>
          <p:nvPr>
            <p:ph type="body" sz="quarter" idx="3"/>
          </p:nvPr>
        </p:nvSpPr>
        <p:spPr>
          <a:xfrm>
            <a:off x="688817" y="4759643"/>
            <a:ext cx="5510530" cy="4509135"/>
          </a:xfrm>
          <a:prstGeom prst="rect">
            <a:avLst/>
          </a:prstGeom>
        </p:spPr>
        <p:txBody>
          <a:bodyPr vert="horz" lIns="96616" tIns="48308" rIns="96616" bIns="48308" rtlCol="0">
            <a:normAutofit/>
          </a:bodyPr>
          <a:lstStyle>
            <a:extLst/>
          </a:lstStyle>
          <a:p>
            <a:pPr lvl="0" latinLnBrk="1"/>
            <a:r>
              <a:rPr lang="ko-KR"/>
              <a:t>마스터 텍스트 스타일을 편집합니다</a:t>
            </a:r>
          </a:p>
          <a:p>
            <a:pPr lvl="1" latinLnBrk="1"/>
            <a:r>
              <a:rPr lang="ko-KR"/>
              <a:t>둘째 수준</a:t>
            </a:r>
          </a:p>
          <a:p>
            <a:pPr lvl="2" latinLnBrk="1"/>
            <a:r>
              <a:rPr lang="ko-KR"/>
              <a:t>셋째 수준</a:t>
            </a:r>
          </a:p>
          <a:p>
            <a:pPr lvl="3" latinLnBrk="1"/>
            <a:r>
              <a:rPr lang="ko-KR"/>
              <a:t>넷째 수준</a:t>
            </a:r>
          </a:p>
          <a:p>
            <a:pPr lvl="4" latinLnBrk="1"/>
            <a:r>
              <a:rPr lang="ko-KR"/>
              <a:t>다섯째 수준</a:t>
            </a:r>
          </a:p>
        </p:txBody>
      </p:sp>
      <p:sp>
        <p:nvSpPr>
          <p:cNvPr id="6" name="Rectangle 6"/>
          <p:cNvSpPr>
            <a:spLocks noGrp="1"/>
          </p:cNvSpPr>
          <p:nvPr>
            <p:ph type="ftr" sz="quarter" idx="4"/>
          </p:nvPr>
        </p:nvSpPr>
        <p:spPr>
          <a:xfrm>
            <a:off x="0" y="9517546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 latinLnBrk="1">
              <a:defRPr lang="ko-KR" sz="1300"/>
            </a:lvl1pPr>
            <a:extLst/>
          </a:lstStyle>
          <a:p>
            <a:endParaRPr lang="ko-KR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xfrm>
            <a:off x="3901698" y="9517546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 latinLnBrk="1">
              <a:defRPr lang="ko-KR" sz="1300"/>
            </a:lvl1pPr>
            <a:extLst/>
          </a:lstStyle>
          <a:p>
            <a:fld id="{9B26CD33-4337-4529-948A-94F6960B2374}" type="slidenum">
              <a:rPr/>
              <a:pPr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880799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1">
      <a:defRPr lang="ko-K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1">
      <a:defRPr lang="ko-K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1">
      <a:defRPr lang="ko-K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1">
      <a:defRPr lang="ko-K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1">
      <a:defRPr lang="ko-K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1">
      <a:defRPr lang="ko-K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1">
      <a:defRPr lang="ko-K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1">
      <a:defRPr lang="ko-K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1">
      <a:defRPr lang="ko-KR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35175" y="750888"/>
            <a:ext cx="2817813" cy="37576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altLang="ko-KR" smtClean="0"/>
              <a:pPr/>
              <a:t>1</a:t>
            </a:fld>
            <a:endParaRPr lang="ko-K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://hangeul.naver.com/font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hangeul.naver.com/font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EC6F-6501-4E04-BD6C-A8A6CABB2C5B}" type="datetimeFigureOut">
              <a:rPr lang="en-US" altLang="ko-KR" smtClean="0"/>
              <a:pPr/>
              <a:t>10/7/2013</a:t>
            </a:fld>
            <a:endParaRPr kumimoji="0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altLang="ko-KR" smtClean="0"/>
              <a:pPr/>
              <a:t>‹#›</a:t>
            </a:fld>
            <a:endParaRPr kumimoji="0"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latinLnBrk="1"/>
            <a:endParaRPr kumimoji="0" lang="ko-KR" sz="1200">
              <a:solidFill>
                <a:schemeClr val="tx2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latinLnBrk="1"/>
            <a:fld id="{F99EC173-99AE-4773-AB25-02E469A13EAE}" type="slidenum">
              <a:rPr kumimoji="0" lang="ko-KR" sz="1200" smtClean="0">
                <a:solidFill>
                  <a:schemeClr val="tx2"/>
                </a:solidFill>
              </a:rPr>
              <a:pPr algn="r" latinLnBrk="1"/>
              <a:t>‹#›</a:t>
            </a:fld>
            <a:endParaRPr kumimoji="0" lang="ko-KR" sz="1200">
              <a:solidFill>
                <a:schemeClr val="tx2"/>
              </a:solidFill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0" y="4572000"/>
            <a:ext cx="6858000" cy="4572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67844" y="8651196"/>
            <a:ext cx="30297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dirty="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이 문서는 </a:t>
            </a:r>
            <a:r>
              <a:rPr lang="ko-KR" altLang="en-US" sz="700" dirty="0" err="1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나눔글꼴로</a:t>
            </a:r>
            <a:r>
              <a:rPr lang="ko-KR" altLang="en-US" sz="700" dirty="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 작성되었습니다</a:t>
            </a:r>
            <a:r>
              <a:rPr lang="en-US" altLang="ko-KR" sz="700" dirty="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. </a:t>
            </a:r>
            <a:r>
              <a:rPr lang="ko-KR" altLang="en-US" sz="700" u="sng" dirty="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hlinkClick r:id="rId2"/>
              </a:rPr>
              <a:t>설치하기</a:t>
            </a:r>
            <a:endParaRPr lang="en-US" altLang="ko-KR" sz="700" u="sng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88640" y="4572000"/>
            <a:ext cx="6480720" cy="0"/>
          </a:xfrm>
          <a:prstGeom prst="line">
            <a:avLst/>
          </a:prstGeom>
          <a:ln w="3175">
            <a:solidFill>
              <a:srgbClr val="6872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188640" y="443541"/>
            <a:ext cx="6480720" cy="0"/>
          </a:xfrm>
          <a:prstGeom prst="line">
            <a:avLst/>
          </a:prstGeom>
          <a:ln w="3175">
            <a:solidFill>
              <a:srgbClr val="6872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188640" y="8712000"/>
            <a:ext cx="6480720" cy="0"/>
          </a:xfrm>
          <a:prstGeom prst="line">
            <a:avLst/>
          </a:prstGeom>
          <a:ln w="3175">
            <a:solidFill>
              <a:srgbClr val="6872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3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129300" y="580090"/>
            <a:ext cx="540060" cy="247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 userDrawn="1"/>
        </p:nvSpPr>
        <p:spPr>
          <a:xfrm>
            <a:off x="134634" y="8316416"/>
            <a:ext cx="30297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dirty="0" smtClean="0">
                <a:solidFill>
                  <a:srgbClr val="68727E"/>
                </a:solidFill>
                <a:latin typeface="나눔고딕" pitchFamily="50" charset="-127"/>
                <a:ea typeface="나눔고딕" pitchFamily="50" charset="-127"/>
              </a:rPr>
              <a:t>이 문서는 </a:t>
            </a:r>
            <a:r>
              <a:rPr lang="ko-KR" altLang="en-US" sz="700" dirty="0" err="1" smtClean="0">
                <a:solidFill>
                  <a:srgbClr val="68727E"/>
                </a:solidFill>
                <a:latin typeface="나눔고딕" pitchFamily="50" charset="-127"/>
                <a:ea typeface="나눔고딕" pitchFamily="50" charset="-127"/>
              </a:rPr>
              <a:t>나눔글꼴로</a:t>
            </a:r>
            <a:r>
              <a:rPr lang="ko-KR" altLang="en-US" sz="700" dirty="0" smtClean="0">
                <a:solidFill>
                  <a:srgbClr val="68727E"/>
                </a:solidFill>
                <a:latin typeface="나눔고딕" pitchFamily="50" charset="-127"/>
                <a:ea typeface="나눔고딕" pitchFamily="50" charset="-127"/>
              </a:rPr>
              <a:t> 작성되었습니다</a:t>
            </a:r>
            <a:r>
              <a:rPr lang="en-US" altLang="ko-KR" sz="700" dirty="0" smtClean="0">
                <a:solidFill>
                  <a:srgbClr val="68727E"/>
                </a:solidFill>
                <a:latin typeface="나눔고딕" pitchFamily="50" charset="-127"/>
                <a:ea typeface="나눔고딕" pitchFamily="50" charset="-127"/>
              </a:rPr>
              <a:t>. </a:t>
            </a:r>
            <a:r>
              <a:rPr lang="ko-KR" altLang="en-US" sz="700" u="sng" dirty="0" smtClean="0">
                <a:solidFill>
                  <a:srgbClr val="68727E"/>
                </a:solidFill>
                <a:latin typeface="나눔고딕" pitchFamily="50" charset="-127"/>
                <a:ea typeface="나눔고딕" pitchFamily="50" charset="-127"/>
                <a:hlinkClick r:id="rId3"/>
              </a:rPr>
              <a:t>설치하기</a:t>
            </a:r>
            <a:endParaRPr lang="en-US" altLang="ko-KR" sz="700" u="sng" dirty="0" smtClean="0">
              <a:solidFill>
                <a:srgbClr val="68727E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atinLnBrk="1"/>
            <a:fld id="{F30C84A2-23CF-44F5-B813-5187ED5C7D1C}" type="datetimeFigureOut">
              <a:rPr kumimoji="0" lang="en-US" altLang="ko-KR" sz="1200" smtClean="0">
                <a:solidFill>
                  <a:schemeClr val="tx2"/>
                </a:solidFill>
              </a:rPr>
              <a:pPr latinLnBrk="1"/>
              <a:t>10/7/2013</a:t>
            </a:fld>
            <a:endParaRPr kumimoji="0" lang="ko-KR" sz="1200">
              <a:solidFill>
                <a:schemeClr val="tx2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latinLnBrk="1"/>
            <a:endParaRPr kumimoji="0" lang="ko-KR" sz="1200">
              <a:solidFill>
                <a:schemeClr val="tx2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latinLnBrk="1"/>
            <a:fld id="{F99EC173-99AE-4773-AB25-02E469A13EAE}" type="slidenum">
              <a:rPr kumimoji="0" lang="ko-KR" sz="1200" smtClean="0">
                <a:solidFill>
                  <a:schemeClr val="tx2"/>
                </a:solidFill>
              </a:rPr>
              <a:pPr algn="r" latinLnBrk="1"/>
              <a:t>‹#›</a:t>
            </a:fld>
            <a:endParaRPr kumimoji="0" lang="ko-KR" sz="1200">
              <a:solidFill>
                <a:schemeClr val="tx2"/>
              </a:solidFill>
            </a:endParaRP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188640" y="4572000"/>
            <a:ext cx="648072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>
            <a:off x="188640" y="443541"/>
            <a:ext cx="648072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 userDrawn="1"/>
        </p:nvCxnSpPr>
        <p:spPr>
          <a:xfrm>
            <a:off x="188640" y="5907115"/>
            <a:ext cx="324036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188640" y="6252093"/>
            <a:ext cx="324036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 userDrawn="1"/>
        </p:nvCxnSpPr>
        <p:spPr>
          <a:xfrm>
            <a:off x="188640" y="6597072"/>
            <a:ext cx="324036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188640" y="6942051"/>
            <a:ext cx="324036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188640" y="7287029"/>
            <a:ext cx="324036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188640" y="7632008"/>
            <a:ext cx="324036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188640" y="5562136"/>
            <a:ext cx="324036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3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129300" y="580090"/>
            <a:ext cx="540060" cy="247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atinLnBrk="1"/>
            <a:fld id="{F30C84A2-23CF-44F5-B813-5187ED5C7D1C}" type="datetimeFigureOut">
              <a:rPr kumimoji="0" lang="en-US" altLang="ko-KR" sz="1200" smtClean="0">
                <a:solidFill>
                  <a:schemeClr val="tx2"/>
                </a:solidFill>
              </a:rPr>
              <a:pPr latinLnBrk="1"/>
              <a:t>10/7/2013</a:t>
            </a:fld>
            <a:endParaRPr kumimoji="0" lang="ko-KR" sz="1200">
              <a:solidFill>
                <a:schemeClr val="tx2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latinLnBrk="1"/>
            <a:endParaRPr kumimoji="0" lang="ko-KR" sz="1200">
              <a:solidFill>
                <a:schemeClr val="tx2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latinLnBrk="1"/>
            <a:fld id="{F99EC173-99AE-4773-AB25-02E469A13EAE}" type="slidenum">
              <a:rPr kumimoji="0" lang="ko-KR" sz="1200" smtClean="0">
                <a:solidFill>
                  <a:schemeClr val="tx2"/>
                </a:solidFill>
              </a:rPr>
              <a:pPr algn="r" latinLnBrk="1"/>
              <a:t>‹#›</a:t>
            </a:fld>
            <a:endParaRPr kumimoji="0" lang="ko-KR" sz="1200">
              <a:solidFill>
                <a:schemeClr val="tx2"/>
              </a:solidFill>
            </a:endParaRP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188640" y="443541"/>
            <a:ext cx="6480720" cy="0"/>
          </a:xfrm>
          <a:prstGeom prst="line">
            <a:avLst/>
          </a:prstGeom>
          <a:ln w="3175">
            <a:solidFill>
              <a:srgbClr val="6872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>
            <a:off x="188640" y="2747797"/>
            <a:ext cx="6480720" cy="0"/>
          </a:xfrm>
          <a:prstGeom prst="line">
            <a:avLst/>
          </a:prstGeom>
          <a:ln w="3175">
            <a:solidFill>
              <a:srgbClr val="6872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 userDrawn="1"/>
        </p:nvCxnSpPr>
        <p:spPr>
          <a:xfrm>
            <a:off x="188640" y="4379979"/>
            <a:ext cx="6480720" cy="0"/>
          </a:xfrm>
          <a:prstGeom prst="line">
            <a:avLst/>
          </a:prstGeom>
          <a:ln w="3175">
            <a:solidFill>
              <a:srgbClr val="6872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atinLnBrk="1"/>
            <a:fld id="{F30C84A2-23CF-44F5-B813-5187ED5C7D1C}" type="datetimeFigureOut">
              <a:rPr kumimoji="0" lang="en-US" altLang="ko-KR" sz="1200" smtClean="0">
                <a:solidFill>
                  <a:schemeClr val="tx2"/>
                </a:solidFill>
              </a:rPr>
              <a:pPr latinLnBrk="1"/>
              <a:t>10/7/2013</a:t>
            </a:fld>
            <a:endParaRPr kumimoji="0" lang="ko-KR" sz="1200">
              <a:solidFill>
                <a:schemeClr val="tx2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latinLnBrk="1"/>
            <a:endParaRPr kumimoji="0" lang="ko-KR" sz="1200">
              <a:solidFill>
                <a:schemeClr val="tx2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latinLnBrk="1"/>
            <a:fld id="{F99EC173-99AE-4773-AB25-02E469A13EAE}" type="slidenum">
              <a:rPr kumimoji="0" lang="ko-KR" sz="1200" smtClean="0">
                <a:solidFill>
                  <a:schemeClr val="tx2"/>
                </a:solidFill>
              </a:rPr>
              <a:pPr algn="r" latinLnBrk="1"/>
              <a:t>‹#›</a:t>
            </a:fld>
            <a:endParaRPr kumimoji="0" lang="ko-KR" sz="1200">
              <a:solidFill>
                <a:schemeClr val="tx2"/>
              </a:solidFill>
            </a:endParaRP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188640" y="443541"/>
            <a:ext cx="6480720" cy="0"/>
          </a:xfrm>
          <a:prstGeom prst="line">
            <a:avLst/>
          </a:prstGeom>
          <a:ln w="3175">
            <a:solidFill>
              <a:srgbClr val="6872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>
            <a:off x="188640" y="2747797"/>
            <a:ext cx="6480720" cy="0"/>
          </a:xfrm>
          <a:prstGeom prst="line">
            <a:avLst/>
          </a:prstGeom>
          <a:ln w="3175">
            <a:solidFill>
              <a:srgbClr val="6872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1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4572000"/>
            <a:ext cx="6858000" cy="4572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9118" y="4250102"/>
            <a:ext cx="4768044" cy="192021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atinLnBrk="1"/>
            <a:fld id="{F30C84A2-23CF-44F5-B813-5187ED5C7D1C}" type="datetimeFigureOut">
              <a:rPr kumimoji="0" lang="en-US" altLang="ko-KR" sz="1200" smtClean="0">
                <a:solidFill>
                  <a:schemeClr val="tx2"/>
                </a:solidFill>
              </a:rPr>
              <a:pPr latinLnBrk="1"/>
              <a:t>10/7/2013</a:t>
            </a:fld>
            <a:endParaRPr kumimoji="0" lang="ko-KR" sz="1200">
              <a:solidFill>
                <a:schemeClr val="tx2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latinLnBrk="1"/>
            <a:endParaRPr kumimoji="0" lang="ko-KR" sz="1200">
              <a:solidFill>
                <a:schemeClr val="tx2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latinLnBrk="1"/>
            <a:fld id="{F99EC173-99AE-4773-AB25-02E469A13EAE}" type="slidenum">
              <a:rPr kumimoji="0" lang="ko-KR" sz="1200" smtClean="0">
                <a:solidFill>
                  <a:schemeClr val="tx2"/>
                </a:solidFill>
              </a:rPr>
              <a:pPr algn="r" latinLnBrk="1"/>
              <a:t>‹#›</a:t>
            </a:fld>
            <a:endParaRPr kumimoji="0" lang="ko-KR" sz="1200">
              <a:solidFill>
                <a:schemeClr val="tx2"/>
              </a:solidFill>
            </a:endParaRPr>
          </a:p>
        </p:txBody>
      </p:sp>
      <p:sp>
        <p:nvSpPr>
          <p:cNvPr id="14" name="텍스트 개체 틀 2"/>
          <p:cNvSpPr>
            <a:spLocks noGrp="1"/>
          </p:cNvSpPr>
          <p:nvPr>
            <p:ph type="body" idx="1"/>
          </p:nvPr>
        </p:nvSpPr>
        <p:spPr>
          <a:xfrm>
            <a:off x="4887162" y="4764021"/>
            <a:ext cx="1970838" cy="372963"/>
          </a:xfrm>
        </p:spPr>
        <p:txBody>
          <a:bodyPr anchor="ctr">
            <a:normAutofit/>
          </a:bodyPr>
          <a:lstStyle>
            <a:lvl1pPr marL="0" indent="0" algn="r">
              <a:buNone/>
              <a:defRPr sz="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2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9118" y="4566411"/>
            <a:ext cx="5254098" cy="1728192"/>
          </a:xfrm>
        </p:spPr>
        <p:txBody>
          <a:bodyPr anchor="t"/>
          <a:lstStyle>
            <a:lvl1pPr algn="l">
              <a:defRPr sz="4400">
                <a:solidFill>
                  <a:srgbClr val="7E858E"/>
                </a:solidFill>
              </a:defRPr>
            </a:lvl1pPr>
          </a:lstStyle>
          <a:p>
            <a:r>
              <a:rPr lang="ko-KR" altLang="en-US" smtClean="0"/>
              <a:t>마스터 제목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342900" y="8124396"/>
            <a:ext cx="1600200" cy="486833"/>
          </a:xfrm>
        </p:spPr>
        <p:txBody>
          <a:bodyPr/>
          <a:lstStyle/>
          <a:p>
            <a:pPr latinLnBrk="1"/>
            <a:fld id="{F30C84A2-23CF-44F5-B813-5187ED5C7D1C}" type="datetimeFigureOut">
              <a:rPr kumimoji="0" lang="en-US" altLang="ko-KR" sz="1200" smtClean="0">
                <a:solidFill>
                  <a:schemeClr val="tx2"/>
                </a:solidFill>
              </a:rPr>
              <a:pPr latinLnBrk="1"/>
              <a:t>10/7/2013</a:t>
            </a:fld>
            <a:endParaRPr kumimoji="0" lang="ko-KR" sz="1200">
              <a:solidFill>
                <a:schemeClr val="tx2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2343150" y="8124396"/>
            <a:ext cx="2171700" cy="486833"/>
          </a:xfrm>
        </p:spPr>
        <p:txBody>
          <a:bodyPr/>
          <a:lstStyle/>
          <a:p>
            <a:pPr algn="ctr" latinLnBrk="1"/>
            <a:endParaRPr kumimoji="0" lang="ko-KR" sz="1200">
              <a:solidFill>
                <a:schemeClr val="tx2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4914900" y="8124396"/>
            <a:ext cx="1600200" cy="486833"/>
          </a:xfrm>
        </p:spPr>
        <p:txBody>
          <a:bodyPr/>
          <a:lstStyle/>
          <a:p>
            <a:pPr algn="r" latinLnBrk="1"/>
            <a:fld id="{F99EC173-99AE-4773-AB25-02E469A13EAE}" type="slidenum">
              <a:rPr kumimoji="0" lang="ko-KR" sz="1200" smtClean="0">
                <a:solidFill>
                  <a:schemeClr val="tx2"/>
                </a:solidFill>
              </a:rPr>
              <a:pPr algn="r" latinLnBrk="1"/>
              <a:t>‹#›</a:t>
            </a:fld>
            <a:endParaRPr kumimoji="0" lang="ko-KR" sz="1200">
              <a:solidFill>
                <a:schemeClr val="tx2"/>
              </a:solidFill>
            </a:endParaRPr>
          </a:p>
        </p:txBody>
      </p:sp>
      <p:sp>
        <p:nvSpPr>
          <p:cNvPr id="14" name="텍스트 개체 틀 2"/>
          <p:cNvSpPr>
            <a:spLocks noGrp="1"/>
          </p:cNvSpPr>
          <p:nvPr>
            <p:ph type="body" idx="1"/>
          </p:nvPr>
        </p:nvSpPr>
        <p:spPr>
          <a:xfrm>
            <a:off x="5373216" y="4764021"/>
            <a:ext cx="1378725" cy="384043"/>
          </a:xfrm>
        </p:spPr>
        <p:txBody>
          <a:bodyPr anchor="ctr">
            <a:normAutofit/>
          </a:bodyPr>
          <a:lstStyle>
            <a:lvl1pPr marL="0" indent="0" algn="r">
              <a:buNone/>
              <a:defRPr sz="800" b="1">
                <a:solidFill>
                  <a:srgbClr val="7E858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cxnSp>
        <p:nvCxnSpPr>
          <p:cNvPr id="15" name="직선 연결선 14"/>
          <p:cNvCxnSpPr/>
          <p:nvPr userDrawn="1"/>
        </p:nvCxnSpPr>
        <p:spPr>
          <a:xfrm>
            <a:off x="188640" y="4572000"/>
            <a:ext cx="6480720" cy="0"/>
          </a:xfrm>
          <a:prstGeom prst="line">
            <a:avLst/>
          </a:prstGeom>
          <a:ln w="3175">
            <a:solidFill>
              <a:srgbClr val="6872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3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129300" y="580090"/>
            <a:ext cx="540060" cy="247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7" name="직선 연결선 16"/>
          <p:cNvCxnSpPr/>
          <p:nvPr userDrawn="1"/>
        </p:nvCxnSpPr>
        <p:spPr>
          <a:xfrm>
            <a:off x="188640" y="443541"/>
            <a:ext cx="6480720" cy="0"/>
          </a:xfrm>
          <a:prstGeom prst="line">
            <a:avLst/>
          </a:prstGeom>
          <a:ln w="3175">
            <a:solidFill>
              <a:srgbClr val="6872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 userDrawn="1"/>
        </p:nvCxnSpPr>
        <p:spPr>
          <a:xfrm>
            <a:off x="188640" y="8712000"/>
            <a:ext cx="6480720" cy="0"/>
          </a:xfrm>
          <a:prstGeom prst="line">
            <a:avLst/>
          </a:prstGeom>
          <a:ln w="3175">
            <a:solidFill>
              <a:srgbClr val="6872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atinLnBrk="1"/>
            <a:fld id="{F30C84A2-23CF-44F5-B813-5187ED5C7D1C}" type="datetimeFigureOut">
              <a:rPr kumimoji="0" lang="en-US" altLang="ko-KR" sz="1200" smtClean="0">
                <a:solidFill>
                  <a:schemeClr val="tx2"/>
                </a:solidFill>
              </a:rPr>
              <a:pPr latinLnBrk="1"/>
              <a:t>10/7/2013</a:t>
            </a:fld>
            <a:endParaRPr kumimoji="0" lang="ko-KR" sz="1200">
              <a:solidFill>
                <a:schemeClr val="tx2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latinLnBrk="1"/>
            <a:endParaRPr kumimoji="0" lang="ko-KR" sz="1200">
              <a:solidFill>
                <a:schemeClr val="tx2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latinLnBrk="1"/>
            <a:fld id="{F99EC173-99AE-4773-AB25-02E469A13EAE}" type="slidenum">
              <a:rPr kumimoji="0" lang="ko-KR" sz="1200" smtClean="0">
                <a:solidFill>
                  <a:schemeClr val="tx2"/>
                </a:solidFill>
              </a:rPr>
              <a:pPr algn="r" latinLnBrk="1"/>
              <a:t>‹#›</a:t>
            </a:fld>
            <a:endParaRPr kumimoji="0" lang="ko-KR" sz="1200">
              <a:solidFill>
                <a:schemeClr val="tx2"/>
              </a:solidFill>
            </a:endParaRP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188640" y="4572000"/>
            <a:ext cx="648072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>
            <a:off x="188640" y="443541"/>
            <a:ext cx="648072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 userDrawn="1"/>
        </p:nvCxnSpPr>
        <p:spPr>
          <a:xfrm>
            <a:off x="188640" y="5907115"/>
            <a:ext cx="324036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188640" y="6252093"/>
            <a:ext cx="324036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 userDrawn="1"/>
        </p:nvCxnSpPr>
        <p:spPr>
          <a:xfrm>
            <a:off x="188640" y="6597072"/>
            <a:ext cx="324036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188640" y="6942051"/>
            <a:ext cx="324036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188640" y="7287029"/>
            <a:ext cx="324036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188640" y="7632008"/>
            <a:ext cx="324036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188640" y="5562136"/>
            <a:ext cx="324036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3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129300" y="580090"/>
            <a:ext cx="540060" cy="247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153684" y="4602891"/>
            <a:ext cx="3238742" cy="468973"/>
          </a:xfrm>
        </p:spPr>
        <p:txBody>
          <a:bodyPr anchor="ctr">
            <a:normAutofit/>
          </a:bodyPr>
          <a:lstStyle>
            <a:lvl1pPr marL="0" indent="0">
              <a:buNone/>
              <a:defRPr sz="14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목차를 입력하십시오</a:t>
            </a:r>
          </a:p>
        </p:txBody>
      </p:sp>
      <p:sp>
        <p:nvSpPr>
          <p:cNvPr id="27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148922" y="5577319"/>
            <a:ext cx="1296144" cy="2496276"/>
          </a:xfrm>
        </p:spPr>
        <p:txBody>
          <a:bodyPr>
            <a:normAutofit/>
          </a:bodyPr>
          <a:lstStyle>
            <a:lvl1pPr marL="0" indent="0">
              <a:buNone/>
              <a:defRPr sz="1000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1. </a:t>
            </a:r>
            <a:r>
              <a:rPr lang="ko-KR" altLang="en-US" smtClean="0"/>
              <a:t>꼭지 제목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1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04775" y="347531"/>
            <a:ext cx="6564585" cy="1062600"/>
          </a:xfrm>
        </p:spPr>
        <p:txBody>
          <a:bodyPr>
            <a:normAutofit/>
          </a:bodyPr>
          <a:lstStyle>
            <a:lvl1pPr algn="l">
              <a:defRPr sz="2000">
                <a:solidFill>
                  <a:srgbClr val="C00000"/>
                </a:solidFill>
              </a:defRPr>
            </a:lvl1pPr>
          </a:lstStyle>
          <a:p>
            <a:r>
              <a:rPr lang="ko-KR" altLang="en-US" smtClean="0"/>
              <a:t>제목을 입력하십시오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atinLnBrk="1"/>
            <a:fld id="{F30C84A2-23CF-44F5-B813-5187ED5C7D1C}" type="datetimeFigureOut">
              <a:rPr kumimoji="0" lang="en-US" altLang="ko-KR" sz="1200" smtClean="0">
                <a:solidFill>
                  <a:schemeClr val="tx2"/>
                </a:solidFill>
              </a:rPr>
              <a:pPr latinLnBrk="1"/>
              <a:t>10/7/2013</a:t>
            </a:fld>
            <a:endParaRPr kumimoji="0" lang="ko-KR" sz="1200">
              <a:solidFill>
                <a:schemeClr val="tx2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latinLnBrk="1"/>
            <a:endParaRPr kumimoji="0" lang="ko-KR" sz="1200">
              <a:solidFill>
                <a:schemeClr val="tx2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latinLnBrk="1"/>
            <a:fld id="{F99EC173-99AE-4773-AB25-02E469A13EAE}" type="slidenum">
              <a:rPr kumimoji="0" lang="ko-KR" sz="1200" smtClean="0">
                <a:solidFill>
                  <a:schemeClr val="tx2"/>
                </a:solidFill>
              </a:rPr>
              <a:pPr algn="r" latinLnBrk="1"/>
              <a:t>‹#›</a:t>
            </a:fld>
            <a:endParaRPr kumimoji="0" lang="ko-KR" sz="1200">
              <a:solidFill>
                <a:schemeClr val="tx2"/>
              </a:solidFill>
            </a:endParaRP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188640" y="2747797"/>
            <a:ext cx="6480720" cy="0"/>
          </a:xfrm>
          <a:prstGeom prst="line">
            <a:avLst/>
          </a:prstGeom>
          <a:ln w="3175">
            <a:solidFill>
              <a:srgbClr val="6872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188640" y="4379979"/>
            <a:ext cx="6480720" cy="0"/>
          </a:xfrm>
          <a:prstGeom prst="line">
            <a:avLst/>
          </a:prstGeom>
          <a:ln w="3175">
            <a:solidFill>
              <a:srgbClr val="6872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120346" y="2939819"/>
            <a:ext cx="6549014" cy="1248139"/>
          </a:xfrm>
        </p:spPr>
        <p:txBody>
          <a:bodyPr anchor="t">
            <a:normAutofit/>
          </a:bodyPr>
          <a:lstStyle>
            <a:lvl1pPr marL="0" indent="0">
              <a:buNone/>
              <a:defRPr sz="9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내용 입력</a:t>
            </a: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2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60638" y="4612640"/>
            <a:ext cx="6508722" cy="2071595"/>
          </a:xfrm>
        </p:spPr>
        <p:txBody>
          <a:bodyPr anchor="t">
            <a:normAutofit/>
          </a:bodyPr>
          <a:lstStyle>
            <a:lvl1pPr algn="l">
              <a:defRPr sz="4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 smtClean="0"/>
              <a:t>텍스트를 입력하시오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atinLnBrk="1"/>
            <a:fld id="{F30C84A2-23CF-44F5-B813-5187ED5C7D1C}" type="datetimeFigureOut">
              <a:rPr kumimoji="0" lang="en-US" altLang="ko-KR" sz="1200" smtClean="0">
                <a:solidFill>
                  <a:schemeClr val="tx2"/>
                </a:solidFill>
              </a:rPr>
              <a:pPr latinLnBrk="1"/>
              <a:t>10/7/2013</a:t>
            </a:fld>
            <a:endParaRPr kumimoji="0" lang="ko-KR" sz="1200">
              <a:solidFill>
                <a:schemeClr val="tx2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latinLnBrk="1"/>
            <a:endParaRPr kumimoji="0" lang="ko-KR" sz="1200">
              <a:solidFill>
                <a:schemeClr val="tx2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latinLnBrk="1"/>
            <a:fld id="{F99EC173-99AE-4773-AB25-02E469A13EAE}" type="slidenum">
              <a:rPr kumimoji="0" lang="ko-KR" sz="1200" smtClean="0">
                <a:solidFill>
                  <a:schemeClr val="tx2"/>
                </a:solidFill>
              </a:rPr>
              <a:pPr algn="r" latinLnBrk="1"/>
              <a:t>‹#›</a:t>
            </a:fld>
            <a:endParaRPr kumimoji="0" lang="ko-KR" sz="1200">
              <a:solidFill>
                <a:schemeClr val="tx2"/>
              </a:solidFill>
            </a:endParaRP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188640" y="4572000"/>
            <a:ext cx="648072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 userDrawn="1"/>
        </p:nvCxnSpPr>
        <p:spPr>
          <a:xfrm>
            <a:off x="188640" y="443541"/>
            <a:ext cx="648072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atinLnBrk="1"/>
            <a:fld id="{F30C84A2-23CF-44F5-B813-5187ED5C7D1C}" type="datetimeFigureOut">
              <a:rPr kumimoji="0" lang="en-US" altLang="ko-KR" sz="1200" smtClean="0">
                <a:solidFill>
                  <a:schemeClr val="tx2"/>
                </a:solidFill>
              </a:rPr>
              <a:pPr latinLnBrk="1"/>
              <a:t>10/7/2013</a:t>
            </a:fld>
            <a:endParaRPr kumimoji="0" lang="ko-KR" sz="1200">
              <a:solidFill>
                <a:schemeClr val="tx2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latinLnBrk="1"/>
            <a:endParaRPr kumimoji="0" lang="ko-KR" sz="1200">
              <a:solidFill>
                <a:schemeClr val="tx2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latinLnBrk="1"/>
            <a:fld id="{F99EC173-99AE-4773-AB25-02E469A13EAE}" type="slidenum">
              <a:rPr kumimoji="0" lang="ko-KR" sz="1200" smtClean="0">
                <a:solidFill>
                  <a:schemeClr val="tx2"/>
                </a:solidFill>
              </a:rPr>
              <a:pPr algn="r" latinLnBrk="1"/>
              <a:t>‹#›</a:t>
            </a:fld>
            <a:endParaRPr kumimoji="0" lang="ko-KR" sz="120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F30C84A2-23CF-44F5-B813-5187ED5C7D1C}" type="datetimeFigureOut">
              <a:rPr lang="en-US" altLang="ko-KR" smtClean="0">
                <a:solidFill>
                  <a:schemeClr val="tx2"/>
                </a:solidFill>
              </a:rPr>
              <a:pPr/>
              <a:t>10/7/2013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endParaRPr lang="ko-KR" altLang="en-US">
              <a:solidFill>
                <a:schemeClr val="tx2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F99EC173-99AE-4773-AB25-02E469A13EAE}" type="slidenum">
              <a:rPr lang="en-US" altLang="ko-KR" smtClean="0">
                <a:solidFill>
                  <a:schemeClr val="tx2"/>
                </a:solidFill>
              </a:rPr>
              <a:pPr/>
              <a:t>‹#›</a:t>
            </a:fld>
            <a:endParaRPr lang="ko-KR" altLang="en-US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4" r:id="rId2"/>
    <p:sldLayoutId id="2147483695" r:id="rId3"/>
    <p:sldLayoutId id="2147483694" r:id="rId4"/>
    <p:sldLayoutId id="2147483693" r:id="rId5"/>
    <p:sldLayoutId id="2147483692" r:id="rId6"/>
    <p:sldLayoutId id="2147483691" r:id="rId7"/>
    <p:sldLayoutId id="2147483696" r:id="rId8"/>
    <p:sldLayoutId id="2147483697" r:id="rId9"/>
    <p:sldLayoutId id="2147483690" r:id="rId10"/>
    <p:sldLayoutId id="2147483689" r:id="rId11"/>
    <p:sldLayoutId id="2147483683" r:id="rId12"/>
    <p:sldLayoutId id="2147483672" r:id="rId13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3600" b="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3.wdp"/><Relationship Id="rId18" Type="http://schemas.openxmlformats.org/officeDocument/2006/relationships/image" Target="../media/image13.jpeg"/><Relationship Id="rId3" Type="http://schemas.openxmlformats.org/officeDocument/2006/relationships/image" Target="../media/image2.png"/><Relationship Id="rId21" Type="http://schemas.openxmlformats.org/officeDocument/2006/relationships/image" Target="../media/image16.png"/><Relationship Id="rId7" Type="http://schemas.openxmlformats.org/officeDocument/2006/relationships/image" Target="../media/image5.png"/><Relationship Id="rId12" Type="http://schemas.openxmlformats.org/officeDocument/2006/relationships/image" Target="../media/image8.png"/><Relationship Id="rId1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eg"/><Relationship Id="rId11" Type="http://schemas.microsoft.com/office/2007/relationships/hdphoto" Target="../media/hdphoto2.wdp"/><Relationship Id="rId5" Type="http://schemas.openxmlformats.org/officeDocument/2006/relationships/hyperlink" Target="mailto:cho@kansyoku.or.jp" TargetMode="External"/><Relationship Id="rId15" Type="http://schemas.openxmlformats.org/officeDocument/2006/relationships/image" Target="../media/image10.jpeg"/><Relationship Id="rId23" Type="http://schemas.openxmlformats.org/officeDocument/2006/relationships/image" Target="../media/image17.png"/><Relationship Id="rId10" Type="http://schemas.openxmlformats.org/officeDocument/2006/relationships/image" Target="../media/image7.png"/><Relationship Id="rId19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microsoft.com/office/2007/relationships/hdphoto" Target="../media/hdphoto1.wdp"/><Relationship Id="rId14" Type="http://schemas.openxmlformats.org/officeDocument/2006/relationships/image" Target="../media/image9.jpeg"/><Relationship Id="rId22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그룹 78"/>
          <p:cNvGrpSpPr/>
          <p:nvPr/>
        </p:nvGrpSpPr>
        <p:grpSpPr>
          <a:xfrm>
            <a:off x="6433283" y="1578108"/>
            <a:ext cx="331927" cy="6327042"/>
            <a:chOff x="6433283" y="1578108"/>
            <a:chExt cx="331927" cy="6327042"/>
          </a:xfrm>
        </p:grpSpPr>
        <p:pic>
          <p:nvPicPr>
            <p:cNvPr id="74" name="그림 73" descr="Untitled-4 copy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3283" y="2843808"/>
              <a:ext cx="327447" cy="1247419"/>
            </a:xfrm>
            <a:prstGeom prst="rect">
              <a:avLst/>
            </a:prstGeom>
          </p:spPr>
        </p:pic>
        <p:pic>
          <p:nvPicPr>
            <p:cNvPr id="75" name="그림 74" descr="Untitled-4 copy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5614" y="4117398"/>
              <a:ext cx="327447" cy="1247419"/>
            </a:xfrm>
            <a:prstGeom prst="rect">
              <a:avLst/>
            </a:prstGeom>
          </p:spPr>
        </p:pic>
        <p:pic>
          <p:nvPicPr>
            <p:cNvPr id="76" name="그림 75" descr="Untitled-4 copy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7763" y="5395261"/>
              <a:ext cx="327447" cy="1247419"/>
            </a:xfrm>
            <a:prstGeom prst="rect">
              <a:avLst/>
            </a:prstGeom>
          </p:spPr>
        </p:pic>
        <p:pic>
          <p:nvPicPr>
            <p:cNvPr id="77" name="그림 76" descr="Untitled-4 copy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5614" y="6657731"/>
              <a:ext cx="327447" cy="1247419"/>
            </a:xfrm>
            <a:prstGeom prst="rect">
              <a:avLst/>
            </a:prstGeom>
          </p:spPr>
        </p:pic>
        <p:pic>
          <p:nvPicPr>
            <p:cNvPr id="78" name="그림 77" descr="Untitled-4 copy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3283" y="1578108"/>
              <a:ext cx="327447" cy="1247419"/>
            </a:xfrm>
            <a:prstGeom prst="rect">
              <a:avLst/>
            </a:prstGeom>
          </p:spPr>
        </p:pic>
      </p:grpSp>
      <p:grpSp>
        <p:nvGrpSpPr>
          <p:cNvPr id="72" name="그룹 71"/>
          <p:cNvGrpSpPr/>
          <p:nvPr/>
        </p:nvGrpSpPr>
        <p:grpSpPr>
          <a:xfrm>
            <a:off x="62346" y="1197286"/>
            <a:ext cx="331927" cy="5061342"/>
            <a:chOff x="62346" y="1197286"/>
            <a:chExt cx="331927" cy="5061342"/>
          </a:xfrm>
        </p:grpSpPr>
        <p:pic>
          <p:nvPicPr>
            <p:cNvPr id="68" name="그림 67" descr="Untitled-4 copy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346" y="1197286"/>
              <a:ext cx="327447" cy="1247419"/>
            </a:xfrm>
            <a:prstGeom prst="rect">
              <a:avLst/>
            </a:prstGeom>
          </p:spPr>
        </p:pic>
        <p:pic>
          <p:nvPicPr>
            <p:cNvPr id="69" name="그림 68" descr="Untitled-4 copy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77" y="2470876"/>
              <a:ext cx="327447" cy="1247419"/>
            </a:xfrm>
            <a:prstGeom prst="rect">
              <a:avLst/>
            </a:prstGeom>
          </p:spPr>
        </p:pic>
        <p:pic>
          <p:nvPicPr>
            <p:cNvPr id="70" name="그림 69" descr="Untitled-4 copy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26" y="3748739"/>
              <a:ext cx="327447" cy="1247419"/>
            </a:xfrm>
            <a:prstGeom prst="rect">
              <a:avLst/>
            </a:prstGeom>
          </p:spPr>
        </p:pic>
        <p:pic>
          <p:nvPicPr>
            <p:cNvPr id="71" name="그림 70" descr="Untitled-4 copy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77" y="5011209"/>
              <a:ext cx="327447" cy="1247419"/>
            </a:xfrm>
            <a:prstGeom prst="rect">
              <a:avLst/>
            </a:prstGeom>
          </p:spPr>
        </p:pic>
      </p:grpSp>
      <p:pic>
        <p:nvPicPr>
          <p:cNvPr id="50" name="그림 49" descr="Untitled-2 copy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34516" y="3229195"/>
            <a:ext cx="4398740" cy="34486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10963" y="5244460"/>
            <a:ext cx="4926349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■</a:t>
            </a:r>
            <a:r>
              <a:rPr lang="ja-JP" altLang="en-US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日時：２０１３年１１月２日</a:t>
            </a:r>
            <a:r>
              <a:rPr lang="en-US" altLang="ja-JP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(</a:t>
            </a:r>
            <a:r>
              <a:rPr lang="ja-JP" altLang="en-US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土</a:t>
            </a:r>
            <a:r>
              <a:rPr lang="en-US" altLang="ja-JP" b="1" dirty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)</a:t>
            </a:r>
            <a:r>
              <a:rPr lang="ja-JP" altLang="en-US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・</a:t>
            </a:r>
            <a:r>
              <a:rPr lang="en-US" altLang="ja-JP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3</a:t>
            </a:r>
            <a:r>
              <a:rPr lang="ja-JP" altLang="en-US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日</a:t>
            </a:r>
            <a:r>
              <a:rPr lang="en-US" altLang="ja-JP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(</a:t>
            </a:r>
            <a:r>
              <a:rPr lang="ja-JP" altLang="en-US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日</a:t>
            </a:r>
            <a:r>
              <a:rPr lang="en-US" altLang="ja-JP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)</a:t>
            </a:r>
          </a:p>
          <a:p>
            <a:r>
              <a:rPr lang="ko-KR" altLang="en-US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■</a:t>
            </a:r>
            <a:r>
              <a:rPr lang="ja-JP" altLang="en-US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場所：韓国レストラン大使館</a:t>
            </a:r>
            <a:r>
              <a:rPr lang="en-US" altLang="ja-JP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(</a:t>
            </a:r>
            <a:r>
              <a:rPr lang="ja-JP" altLang="en-US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新大久保</a:t>
            </a:r>
            <a:r>
              <a:rPr lang="en-US" altLang="ja-JP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)</a:t>
            </a:r>
          </a:p>
          <a:p>
            <a:r>
              <a:rPr lang="ko-KR" altLang="en-US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■</a:t>
            </a:r>
            <a:r>
              <a:rPr lang="ja-JP" altLang="en-US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時間：午前</a:t>
            </a:r>
            <a:r>
              <a:rPr lang="en-US" altLang="ja-JP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11</a:t>
            </a:r>
            <a:r>
              <a:rPr lang="ja-JP" altLang="en-US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時～午後８時</a:t>
            </a:r>
            <a:endParaRPr lang="en-US" altLang="ja-JP" b="1" dirty="0" smtClean="0">
              <a:latin typeface="Meiryo UI" pitchFamily="34" charset="-128"/>
              <a:ea typeface="Meiryo UI" pitchFamily="34" charset="-128"/>
              <a:cs typeface="Meiryo UI" pitchFamily="34" charset="-128"/>
            </a:endParaRPr>
          </a:p>
          <a:p>
            <a:r>
              <a:rPr lang="en-US" altLang="ja-JP" sz="1400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     (</a:t>
            </a:r>
            <a:r>
              <a:rPr lang="ja-JP" altLang="en-US" sz="1400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午後</a:t>
            </a:r>
            <a:r>
              <a:rPr lang="en-US" altLang="ja-JP" sz="1400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3</a:t>
            </a:r>
            <a:r>
              <a:rPr lang="ja-JP" altLang="en-US" sz="1400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時～午後</a:t>
            </a:r>
            <a:r>
              <a:rPr lang="en-US" altLang="ja-JP" sz="1400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5</a:t>
            </a:r>
            <a:r>
              <a:rPr lang="ja-JP" altLang="en-US" sz="1400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時：３日は５</a:t>
            </a:r>
            <a:r>
              <a:rPr lang="en-US" altLang="ja-JP" sz="1400" b="1" dirty="0" err="1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tion</a:t>
            </a:r>
            <a:r>
              <a:rPr lang="ja-JP" altLang="en-US" sz="1400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と作るキムジャン大会</a:t>
            </a:r>
            <a:r>
              <a:rPr lang="en-US" altLang="ja-JP" sz="1400" b="1" dirty="0" smtClean="0">
                <a:latin typeface="Meiryo UI" pitchFamily="34" charset="-128"/>
                <a:ea typeface="Meiryo UI" pitchFamily="34" charset="-128"/>
                <a:cs typeface="Meiryo UI" pitchFamily="34" charset="-128"/>
              </a:rPr>
              <a:t>)</a:t>
            </a:r>
          </a:p>
          <a:p>
            <a:r>
              <a:rPr lang="ja-JP" altLang="en-US" b="1" dirty="0" smtClean="0">
                <a:solidFill>
                  <a:srgbClr val="FF0000"/>
                </a:solidFill>
                <a:latin typeface="Meiryo UI" pitchFamily="34" charset="-128"/>
                <a:ea typeface="Meiryo UI" pitchFamily="34" charset="-128"/>
                <a:cs typeface="Meiryo UI" pitchFamily="34" charset="-128"/>
              </a:rPr>
              <a:t>   ５</a:t>
            </a:r>
            <a:r>
              <a:rPr lang="en-US" altLang="ja-JP" b="1" dirty="0" err="1" smtClean="0">
                <a:solidFill>
                  <a:srgbClr val="FF0000"/>
                </a:solidFill>
                <a:latin typeface="Meiryo UI" pitchFamily="34" charset="-128"/>
                <a:ea typeface="Meiryo UI" pitchFamily="34" charset="-128"/>
                <a:cs typeface="Meiryo UI" pitchFamily="34" charset="-128"/>
              </a:rPr>
              <a:t>tion</a:t>
            </a:r>
            <a:r>
              <a:rPr lang="ja-JP" altLang="en-US" b="1" dirty="0" smtClean="0">
                <a:solidFill>
                  <a:srgbClr val="FF0000"/>
                </a:solidFill>
                <a:latin typeface="Meiryo UI" pitchFamily="34" charset="-128"/>
                <a:ea typeface="Meiryo UI" pitchFamily="34" charset="-128"/>
                <a:cs typeface="Meiryo UI" pitchFamily="34" charset="-128"/>
              </a:rPr>
              <a:t>が作ったキムチが買える！！</a:t>
            </a:r>
            <a:endParaRPr lang="ko-KR" altLang="en-US" b="1" dirty="0">
              <a:solidFill>
                <a:srgbClr val="FF0000"/>
              </a:solidFill>
              <a:latin typeface="Meiryo UI" pitchFamily="34" charset="-128"/>
              <a:ea typeface="HY중고딕" panose="02030600000101010101" pitchFamily="18" charset="-127"/>
              <a:cs typeface="Meiryo UI" pitchFamily="34" charset="-128"/>
            </a:endParaRPr>
          </a:p>
        </p:txBody>
      </p:sp>
      <p:sp>
        <p:nvSpPr>
          <p:cNvPr id="17" name="TextBox 11"/>
          <p:cNvSpPr txBox="1"/>
          <p:nvPr/>
        </p:nvSpPr>
        <p:spPr>
          <a:xfrm>
            <a:off x="424717" y="2392596"/>
            <a:ext cx="4941168" cy="523220"/>
          </a:xfrm>
          <a:prstGeom prst="rect">
            <a:avLst/>
          </a:prstGeom>
          <a:noFill/>
        </p:spPr>
        <p:txBody>
          <a:bodyPr vert="horz" wrap="square" rtlCol="0">
            <a:spAutoFit/>
            <a:scene3d>
              <a:camera prst="orthographicFront"/>
              <a:lightRig rig="threePt" dir="t"/>
            </a:scene3d>
            <a:sp3d extrusionH="57150" contourW="12700">
              <a:bevelT h="25400" prst="softRound"/>
              <a:extrusionClr>
                <a:srgbClr val="FFC000"/>
              </a:extrusionClr>
              <a:contourClr>
                <a:schemeClr val="accent2">
                  <a:lumMod val="75000"/>
                </a:schemeClr>
              </a:contourClr>
            </a:sp3d>
          </a:bodyPr>
          <a:lstStyle/>
          <a:p>
            <a:pPr algn="ctr"/>
            <a:r>
              <a:rPr lang="en-US" altLang="ko-KR" sz="2800" b="1" dirty="0" smtClean="0">
                <a:ln>
                  <a:gradFill>
                    <a:gsLst>
                      <a:gs pos="0">
                        <a:srgbClr val="FF3399"/>
                      </a:gs>
                      <a:gs pos="25000">
                        <a:srgbClr val="FF6633"/>
                      </a:gs>
                      <a:gs pos="50000">
                        <a:srgbClr val="FFFF00"/>
                      </a:gs>
                      <a:gs pos="75000">
                        <a:srgbClr val="01A78F"/>
                      </a:gs>
                      <a:gs pos="100000">
                        <a:srgbClr val="3366FF"/>
                      </a:gs>
                    </a:gsLst>
                    <a:lin ang="5400000" scaled="0"/>
                  </a:gradFill>
                </a:ln>
                <a:solidFill>
                  <a:schemeClr val="bg1"/>
                </a:solidFill>
                <a:effectLst/>
                <a:latin typeface="Nanum Pen Script" panose="03040600000000000000" pitchFamily="66" charset="-127"/>
                <a:ea typeface="Nanum Pen Script" panose="03040600000000000000" pitchFamily="66" charset="-127"/>
              </a:rPr>
              <a:t>“</a:t>
            </a:r>
            <a:r>
              <a:rPr lang="ko-KR" altLang="en-US" sz="2800" b="1" dirty="0" smtClean="0">
                <a:ln>
                  <a:gradFill>
                    <a:gsLst>
                      <a:gs pos="0">
                        <a:srgbClr val="FF3399"/>
                      </a:gs>
                      <a:gs pos="25000">
                        <a:srgbClr val="FF6633"/>
                      </a:gs>
                      <a:gs pos="50000">
                        <a:srgbClr val="FFFF00"/>
                      </a:gs>
                      <a:gs pos="75000">
                        <a:srgbClr val="01A78F"/>
                      </a:gs>
                      <a:gs pos="100000">
                        <a:srgbClr val="3366FF"/>
                      </a:gs>
                    </a:gsLst>
                    <a:lin ang="5400000" scaled="0"/>
                  </a:gradFill>
                </a:ln>
                <a:solidFill>
                  <a:schemeClr val="bg1"/>
                </a:solidFill>
                <a:effectLst/>
                <a:latin typeface="Nanum Pen Script" panose="03040600000000000000" pitchFamily="66" charset="-127"/>
                <a:ea typeface="Nanum Pen Script" panose="03040600000000000000" pitchFamily="66" charset="-127"/>
              </a:rPr>
              <a:t>제 </a:t>
            </a:r>
            <a:r>
              <a:rPr lang="en-US" altLang="ko-KR" sz="2800" b="1" dirty="0" smtClean="0">
                <a:ln>
                  <a:gradFill>
                    <a:gsLst>
                      <a:gs pos="0">
                        <a:srgbClr val="FF3399"/>
                      </a:gs>
                      <a:gs pos="25000">
                        <a:srgbClr val="FF6633"/>
                      </a:gs>
                      <a:gs pos="50000">
                        <a:srgbClr val="FFFF00"/>
                      </a:gs>
                      <a:gs pos="75000">
                        <a:srgbClr val="01A78F"/>
                      </a:gs>
                      <a:gs pos="100000">
                        <a:srgbClr val="3366FF"/>
                      </a:gs>
                    </a:gsLst>
                    <a:lin ang="5400000" scaled="0"/>
                  </a:gradFill>
                </a:ln>
                <a:solidFill>
                  <a:schemeClr val="bg1"/>
                </a:solidFill>
                <a:effectLst/>
                <a:latin typeface="Nanum Pen Script" panose="03040600000000000000" pitchFamily="66" charset="-127"/>
                <a:ea typeface="Nanum Pen Script" panose="03040600000000000000" pitchFamily="66" charset="-127"/>
              </a:rPr>
              <a:t>1</a:t>
            </a:r>
            <a:r>
              <a:rPr lang="ko-KR" altLang="en-US" sz="2800" b="1" dirty="0" smtClean="0">
                <a:ln>
                  <a:gradFill>
                    <a:gsLst>
                      <a:gs pos="0">
                        <a:srgbClr val="FF3399"/>
                      </a:gs>
                      <a:gs pos="25000">
                        <a:srgbClr val="FF6633"/>
                      </a:gs>
                      <a:gs pos="50000">
                        <a:srgbClr val="FFFF00"/>
                      </a:gs>
                      <a:gs pos="75000">
                        <a:srgbClr val="01A78F"/>
                      </a:gs>
                      <a:gs pos="100000">
                        <a:srgbClr val="3366FF"/>
                      </a:gs>
                    </a:gsLst>
                    <a:lin ang="5400000" scaled="0"/>
                  </a:gradFill>
                </a:ln>
                <a:solidFill>
                  <a:schemeClr val="bg1"/>
                </a:solidFill>
                <a:effectLst/>
                <a:latin typeface="Nanum Pen Script" panose="03040600000000000000" pitchFamily="66" charset="-127"/>
                <a:ea typeface="Nanum Pen Script" panose="03040600000000000000" pitchFamily="66" charset="-127"/>
              </a:rPr>
              <a:t>회  </a:t>
            </a:r>
            <a:r>
              <a:rPr lang="ko-KR" altLang="en-US" sz="2800" b="1" dirty="0" err="1" smtClean="0">
                <a:ln>
                  <a:gradFill>
                    <a:gsLst>
                      <a:gs pos="0">
                        <a:srgbClr val="FF3399"/>
                      </a:gs>
                      <a:gs pos="25000">
                        <a:srgbClr val="FF6633"/>
                      </a:gs>
                      <a:gs pos="50000">
                        <a:srgbClr val="FFFF00"/>
                      </a:gs>
                      <a:gs pos="75000">
                        <a:srgbClr val="01A78F"/>
                      </a:gs>
                      <a:gs pos="100000">
                        <a:srgbClr val="3366FF"/>
                      </a:gs>
                    </a:gsLst>
                    <a:lin ang="5400000" scaled="0"/>
                  </a:gradFill>
                </a:ln>
                <a:solidFill>
                  <a:schemeClr val="bg1"/>
                </a:solidFill>
                <a:effectLst/>
                <a:latin typeface="Nanum Pen Script" panose="03040600000000000000" pitchFamily="66" charset="-127"/>
                <a:ea typeface="Nanum Pen Script" panose="03040600000000000000" pitchFamily="66" charset="-127"/>
              </a:rPr>
              <a:t>신오쿠보</a:t>
            </a:r>
            <a:r>
              <a:rPr lang="ko-KR" altLang="en-US" sz="2800" b="1" dirty="0" smtClean="0">
                <a:ln>
                  <a:gradFill>
                    <a:gsLst>
                      <a:gs pos="0">
                        <a:srgbClr val="FF3399"/>
                      </a:gs>
                      <a:gs pos="25000">
                        <a:srgbClr val="FF6633"/>
                      </a:gs>
                      <a:gs pos="50000">
                        <a:srgbClr val="FFFF00"/>
                      </a:gs>
                      <a:gs pos="75000">
                        <a:srgbClr val="01A78F"/>
                      </a:gs>
                      <a:gs pos="100000">
                        <a:srgbClr val="3366FF"/>
                      </a:gs>
                    </a:gsLst>
                    <a:lin ang="5400000" scaled="0"/>
                  </a:gradFill>
                </a:ln>
                <a:solidFill>
                  <a:schemeClr val="bg1"/>
                </a:solidFill>
                <a:effectLst/>
                <a:latin typeface="Nanum Pen Script" panose="03040600000000000000" pitchFamily="66" charset="-127"/>
                <a:ea typeface="Nanum Pen Script" panose="03040600000000000000" pitchFamily="66" charset="-127"/>
              </a:rPr>
              <a:t> </a:t>
            </a:r>
            <a:r>
              <a:rPr lang="ko-KR" altLang="en-US" sz="2800" b="1" dirty="0" smtClean="0">
                <a:ln>
                  <a:gradFill>
                    <a:gsLst>
                      <a:gs pos="0">
                        <a:srgbClr val="FF3399"/>
                      </a:gs>
                      <a:gs pos="25000">
                        <a:srgbClr val="FF6633"/>
                      </a:gs>
                      <a:gs pos="50000">
                        <a:srgbClr val="FFFF00"/>
                      </a:gs>
                      <a:gs pos="75000">
                        <a:srgbClr val="01A78F"/>
                      </a:gs>
                      <a:gs pos="100000">
                        <a:srgbClr val="3366FF"/>
                      </a:gs>
                    </a:gsLst>
                    <a:lin ang="5400000" scaled="0"/>
                  </a:gradFill>
                </a:ln>
                <a:solidFill>
                  <a:schemeClr val="bg1"/>
                </a:solidFill>
                <a:latin typeface="Nanum Pen Script" panose="03040600000000000000" pitchFamily="66" charset="-127"/>
                <a:ea typeface="Nanum Pen Script" panose="03040600000000000000" pitchFamily="66" charset="-127"/>
              </a:rPr>
              <a:t>한류장터</a:t>
            </a:r>
            <a:r>
              <a:rPr lang="ko-KR" altLang="en-US" sz="2800" b="1" dirty="0" smtClean="0">
                <a:ln>
                  <a:gradFill>
                    <a:gsLst>
                      <a:gs pos="0">
                        <a:srgbClr val="FF3399"/>
                      </a:gs>
                      <a:gs pos="25000">
                        <a:srgbClr val="FF6633"/>
                      </a:gs>
                      <a:gs pos="50000">
                        <a:srgbClr val="FFFF00"/>
                      </a:gs>
                      <a:gs pos="75000">
                        <a:srgbClr val="01A78F"/>
                      </a:gs>
                      <a:gs pos="100000">
                        <a:srgbClr val="3366FF"/>
                      </a:gs>
                    </a:gsLst>
                    <a:lin ang="5400000" scaled="0"/>
                  </a:gradFill>
                </a:ln>
                <a:solidFill>
                  <a:schemeClr val="bg1"/>
                </a:solidFill>
                <a:effectLst/>
                <a:latin typeface="Nanum Pen Script" panose="03040600000000000000" pitchFamily="66" charset="-127"/>
                <a:ea typeface="Nanum Pen Script" panose="03040600000000000000" pitchFamily="66" charset="-127"/>
              </a:rPr>
              <a:t>  축제</a:t>
            </a:r>
            <a:r>
              <a:rPr lang="en-US" altLang="ko-KR" sz="2800" b="1" dirty="0" smtClean="0">
                <a:ln>
                  <a:gradFill>
                    <a:gsLst>
                      <a:gs pos="0">
                        <a:srgbClr val="FF3399"/>
                      </a:gs>
                      <a:gs pos="25000">
                        <a:srgbClr val="FF6633"/>
                      </a:gs>
                      <a:gs pos="50000">
                        <a:srgbClr val="FFFF00"/>
                      </a:gs>
                      <a:gs pos="75000">
                        <a:srgbClr val="01A78F"/>
                      </a:gs>
                      <a:gs pos="100000">
                        <a:srgbClr val="3366FF"/>
                      </a:gs>
                    </a:gsLst>
                    <a:lin ang="5400000" scaled="0"/>
                  </a:gradFill>
                </a:ln>
                <a:solidFill>
                  <a:schemeClr val="bg1"/>
                </a:solidFill>
                <a:effectLst/>
                <a:latin typeface="Nanum Pen Script" panose="03040600000000000000" pitchFamily="66" charset="-127"/>
                <a:ea typeface="Nanum Pen Script" panose="03040600000000000000" pitchFamily="66" charset="-127"/>
              </a:rPr>
              <a:t>”</a:t>
            </a:r>
            <a:endParaRPr lang="en-US" altLang="ja-JP" sz="2800" b="1" dirty="0" smtClean="0">
              <a:ln>
                <a:gradFill>
                  <a:gsLst>
                    <a:gs pos="0">
                      <a:srgbClr val="FF3399"/>
                    </a:gs>
                    <a:gs pos="25000">
                      <a:srgbClr val="FF6633"/>
                    </a:gs>
                    <a:gs pos="50000">
                      <a:srgbClr val="FFFF00"/>
                    </a:gs>
                    <a:gs pos="75000">
                      <a:srgbClr val="01A78F"/>
                    </a:gs>
                    <a:gs pos="100000">
                      <a:srgbClr val="3366FF"/>
                    </a:gs>
                  </a:gsLst>
                  <a:lin ang="5400000" scaled="0"/>
                </a:gradFill>
              </a:ln>
              <a:solidFill>
                <a:schemeClr val="bg1"/>
              </a:solidFill>
              <a:effectLst/>
              <a:latin typeface="Nanum Pen Script" panose="03040600000000000000" pitchFamily="66" charset="-127"/>
              <a:ea typeface="Nanum Pen Script" panose="03040600000000000000" pitchFamily="66" charset="-127"/>
            </a:endParaRPr>
          </a:p>
        </p:txBody>
      </p:sp>
      <p:sp>
        <p:nvSpPr>
          <p:cNvPr id="18" name="TextBox 11"/>
          <p:cNvSpPr txBox="1"/>
          <p:nvPr/>
        </p:nvSpPr>
        <p:spPr>
          <a:xfrm>
            <a:off x="377280" y="3923928"/>
            <a:ext cx="6048672" cy="1169551"/>
          </a:xfrm>
          <a:prstGeom prst="rect">
            <a:avLst/>
          </a:prstGeom>
          <a:noFill/>
        </p:spPr>
        <p:txBody>
          <a:bodyPr vert="horz" wrap="square" rtlCol="0">
            <a:spAutoFit/>
            <a:scene3d>
              <a:camera prst="orthographicFront"/>
              <a:lightRig rig="threePt" dir="t"/>
            </a:scene3d>
            <a:sp3d contourW="12700">
              <a:contourClr>
                <a:schemeClr val="accent2">
                  <a:lumMod val="50000"/>
                </a:schemeClr>
              </a:contourClr>
            </a:sp3d>
          </a:bodyPr>
          <a:lstStyle/>
          <a:p>
            <a:pPr algn="ctr"/>
            <a:r>
              <a:rPr lang="ja-JP" altLang="en-US" sz="1400" b="1" dirty="0">
                <a:solidFill>
                  <a:schemeClr val="accent2">
                    <a:lumMod val="50000"/>
                  </a:schemeClr>
                </a:solidFill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食べ物ももちろんキムチ作り体験、お餅作り体験</a:t>
            </a:r>
            <a:r>
              <a:rPr lang="ja-JP" altLang="en-US" sz="1400" b="1" dirty="0" smtClean="0">
                <a:solidFill>
                  <a:schemeClr val="accent2">
                    <a:lumMod val="50000"/>
                  </a:schemeClr>
                </a:solidFill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、</a:t>
            </a:r>
            <a:endParaRPr lang="en-US" altLang="ja-JP" sz="1400" b="1" dirty="0" smtClean="0">
              <a:solidFill>
                <a:schemeClr val="accent2">
                  <a:lumMod val="50000"/>
                </a:schemeClr>
              </a:solidFill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  <a:p>
            <a:pPr algn="ctr"/>
            <a:r>
              <a:rPr lang="ja-JP" altLang="en-US" sz="1400" b="1" dirty="0" smtClean="0">
                <a:solidFill>
                  <a:schemeClr val="accent2">
                    <a:lumMod val="50000"/>
                  </a:schemeClr>
                </a:solidFill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韓国名人のお酒や、各種</a:t>
            </a:r>
            <a:r>
              <a:rPr lang="ja-JP" altLang="en-US" sz="1400" b="1" dirty="0">
                <a:solidFill>
                  <a:schemeClr val="accent2">
                    <a:lumMod val="50000"/>
                  </a:schemeClr>
                </a:solidFill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韓国食品の販売</a:t>
            </a:r>
            <a:r>
              <a:rPr lang="ja-JP" altLang="en-US" sz="1400" b="1" dirty="0" smtClean="0">
                <a:solidFill>
                  <a:schemeClr val="accent2">
                    <a:lumMod val="50000"/>
                  </a:schemeClr>
                </a:solidFill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、</a:t>
            </a:r>
            <a:endParaRPr lang="en-US" altLang="ja-JP" sz="1400" b="1" dirty="0" smtClean="0">
              <a:solidFill>
                <a:schemeClr val="accent2">
                  <a:lumMod val="50000"/>
                </a:schemeClr>
              </a:solidFill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  <a:p>
            <a:pPr algn="ctr"/>
            <a:r>
              <a:rPr lang="ja-JP" altLang="en-US" sz="1400" b="1" dirty="0" smtClean="0">
                <a:solidFill>
                  <a:schemeClr val="accent2">
                    <a:lumMod val="50000"/>
                  </a:schemeClr>
                </a:solidFill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伝</a:t>
            </a:r>
            <a:r>
              <a:rPr lang="ja-JP" altLang="en-US" sz="1400" b="1" dirty="0">
                <a:solidFill>
                  <a:schemeClr val="accent2">
                    <a:lumMod val="50000"/>
                  </a:schemeClr>
                </a:solidFill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統菓子などの試食も</a:t>
            </a:r>
            <a:r>
              <a:rPr lang="ja-JP" altLang="en-US" sz="1400" b="1" dirty="0" smtClean="0">
                <a:solidFill>
                  <a:schemeClr val="accent2">
                    <a:lumMod val="50000"/>
                  </a:schemeClr>
                </a:solidFill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できる！！</a:t>
            </a:r>
            <a:endParaRPr lang="en-US" altLang="ja-JP" sz="1400" b="1" dirty="0" smtClean="0">
              <a:solidFill>
                <a:schemeClr val="accent2">
                  <a:lumMod val="50000"/>
                </a:schemeClr>
              </a:solidFill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  <a:p>
            <a:pPr algn="ctr"/>
            <a:r>
              <a:rPr lang="ja-JP" altLang="en-US" sz="1400" b="1" spc="-20" dirty="0" smtClean="0">
                <a:solidFill>
                  <a:schemeClr val="accent2">
                    <a:lumMod val="50000"/>
                  </a:schemeClr>
                </a:solidFill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食べながら</a:t>
            </a:r>
            <a:r>
              <a:rPr lang="ja-JP" altLang="en-US" sz="1400" b="1" spc="-20" dirty="0">
                <a:solidFill>
                  <a:schemeClr val="accent2">
                    <a:lumMod val="50000"/>
                  </a:schemeClr>
                </a:solidFill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、飲みながら、体験</a:t>
            </a:r>
            <a:r>
              <a:rPr lang="ja-JP" altLang="en-US" sz="1400" b="1" spc="-20" dirty="0" smtClean="0">
                <a:solidFill>
                  <a:schemeClr val="accent2">
                    <a:lumMod val="50000"/>
                  </a:schemeClr>
                </a:solidFill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しながら</a:t>
            </a:r>
            <a:endParaRPr lang="en-US" altLang="ja-JP" sz="1400" b="1" spc="-20" dirty="0" smtClean="0">
              <a:solidFill>
                <a:schemeClr val="accent2">
                  <a:lumMod val="50000"/>
                </a:schemeClr>
              </a:solidFill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  <a:p>
            <a:pPr algn="ctr"/>
            <a:r>
              <a:rPr lang="ja-JP" altLang="en-US" sz="1400" b="1" spc="-20" dirty="0" smtClean="0">
                <a:solidFill>
                  <a:schemeClr val="accent2">
                    <a:lumMod val="50000"/>
                  </a:schemeClr>
                </a:solidFill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韓国本場の田舎風市場</a:t>
            </a:r>
            <a:r>
              <a:rPr lang="ja-JP" altLang="en-US" sz="1400" b="1" spc="-20" dirty="0">
                <a:solidFill>
                  <a:schemeClr val="accent2">
                    <a:lumMod val="50000"/>
                  </a:schemeClr>
                </a:solidFill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を感じて</a:t>
            </a:r>
            <a:r>
              <a:rPr lang="ja-JP" altLang="en-US" sz="1400" b="1" spc="-20" dirty="0" smtClean="0">
                <a:solidFill>
                  <a:schemeClr val="accent2">
                    <a:lumMod val="50000"/>
                  </a:schemeClr>
                </a:solidFill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み</a:t>
            </a:r>
            <a:r>
              <a:rPr lang="ja-JP" altLang="en-US" sz="1400" b="1" spc="-20" dirty="0">
                <a:solidFill>
                  <a:schemeClr val="accent2">
                    <a:lumMod val="50000"/>
                  </a:schemeClr>
                </a:solidFill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よう</a:t>
            </a:r>
            <a:r>
              <a:rPr lang="ja-JP" altLang="en-US" sz="1400" b="1" spc="-20" dirty="0" smtClean="0">
                <a:solidFill>
                  <a:schemeClr val="accent2">
                    <a:lumMod val="50000"/>
                  </a:schemeClr>
                </a:solidFill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！</a:t>
            </a:r>
            <a:endParaRPr lang="ko-KR" altLang="en-US" sz="1400" b="1" dirty="0">
              <a:solidFill>
                <a:schemeClr val="accent2">
                  <a:lumMod val="50000"/>
                </a:schemeClr>
              </a:solidFill>
              <a:latin typeface="HGSｺﾞｼｯｸM" panose="020B0600000000000000" pitchFamily="50" charset="-128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3625" y="1218068"/>
            <a:ext cx="5517232" cy="1261884"/>
          </a:xfrm>
          <a:prstGeom prst="rect">
            <a:avLst/>
          </a:prstGeom>
          <a:noFill/>
        </p:spPr>
        <p:txBody>
          <a:bodyPr vert="horz" wrap="square" rtlCol="0">
            <a:spAutoFit/>
            <a:scene3d>
              <a:camera prst="orthographicFront"/>
              <a:lightRig rig="threePt" dir="t"/>
            </a:scene3d>
            <a:sp3d contourW="12700" prstMaterial="plastic">
              <a:contourClr>
                <a:schemeClr val="accent2"/>
              </a:contourClr>
            </a:sp3d>
          </a:bodyPr>
          <a:lstStyle/>
          <a:p>
            <a:pPr algn="ctr"/>
            <a:r>
              <a:rPr lang="en-US" altLang="ja-JP" sz="3200" b="1" dirty="0" smtClean="0">
                <a:ln>
                  <a:gradFill>
                    <a:gsLst>
                      <a:gs pos="0">
                        <a:srgbClr val="FFF200"/>
                      </a:gs>
                      <a:gs pos="45000">
                        <a:srgbClr val="FF7A00"/>
                      </a:gs>
                      <a:gs pos="70000">
                        <a:srgbClr val="FF0300"/>
                      </a:gs>
                      <a:gs pos="100000">
                        <a:srgbClr val="4D0808"/>
                      </a:gs>
                    </a:gsLst>
                    <a:lin ang="5400000" scaled="0"/>
                  </a:gradFill>
                </a:ln>
                <a:solidFill>
                  <a:schemeClr val="accent2">
                    <a:lumMod val="50000"/>
                  </a:schemeClr>
                </a:solidFill>
                <a:effectLst/>
                <a:latin typeface="HY중고딕" panose="02030600000101010101" pitchFamily="18" charset="-127"/>
                <a:ea typeface="HY중고딕" panose="02030600000101010101" pitchFamily="18" charset="-127"/>
              </a:rPr>
              <a:t>2013</a:t>
            </a:r>
            <a:r>
              <a:rPr lang="ja-JP" altLang="en-US" sz="3200" b="1" dirty="0" smtClean="0">
                <a:ln>
                  <a:gradFill>
                    <a:gsLst>
                      <a:gs pos="0">
                        <a:srgbClr val="FFF200"/>
                      </a:gs>
                      <a:gs pos="45000">
                        <a:srgbClr val="FF7A00"/>
                      </a:gs>
                      <a:gs pos="70000">
                        <a:srgbClr val="FF0300"/>
                      </a:gs>
                      <a:gs pos="100000">
                        <a:srgbClr val="4D0808"/>
                      </a:gs>
                    </a:gsLst>
                    <a:lin ang="5400000" scaled="0"/>
                  </a:gradFill>
                </a:ln>
                <a:solidFill>
                  <a:schemeClr val="accent2">
                    <a:lumMod val="50000"/>
                  </a:schemeClr>
                </a:solidFill>
                <a:effectLst/>
                <a:latin typeface="HY중고딕" panose="02030600000101010101" pitchFamily="18" charset="-127"/>
                <a:ea typeface="HY중고딕" panose="02030600000101010101" pitchFamily="18" charset="-127"/>
              </a:rPr>
              <a:t>　第１回 </a:t>
            </a:r>
            <a:r>
              <a:rPr lang="ja-JP" altLang="en-US" sz="3200" b="1" dirty="0" smtClean="0">
                <a:ln>
                  <a:gradFill>
                    <a:gsLst>
                      <a:gs pos="0">
                        <a:srgbClr val="FFF200"/>
                      </a:gs>
                      <a:gs pos="45000">
                        <a:srgbClr val="FF7A00"/>
                      </a:gs>
                      <a:gs pos="70000">
                        <a:srgbClr val="FF0300"/>
                      </a:gs>
                      <a:gs pos="100000">
                        <a:srgbClr val="4D0808"/>
                      </a:gs>
                    </a:gsLst>
                    <a:lin ang="5400000" scaled="0"/>
                  </a:gradFill>
                </a:ln>
                <a:solidFill>
                  <a:schemeClr val="accent2">
                    <a:lumMod val="50000"/>
                  </a:schemeClr>
                </a:solidFill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新大久保</a:t>
            </a:r>
            <a:endParaRPr lang="en-US" altLang="ja-JP" sz="3200" b="1" dirty="0" smtClean="0">
              <a:ln>
                <a:gradFill>
                  <a:gsLst>
                    <a:gs pos="0">
                      <a:srgbClr val="FFF200"/>
                    </a:gs>
                    <a:gs pos="45000">
                      <a:srgbClr val="FF7A00"/>
                    </a:gs>
                    <a:gs pos="70000">
                      <a:srgbClr val="FF0300"/>
                    </a:gs>
                    <a:gs pos="100000">
                      <a:srgbClr val="4D0808"/>
                    </a:gs>
                  </a:gsLst>
                  <a:lin ang="5400000" scaled="0"/>
                </a:gradFill>
              </a:ln>
              <a:solidFill>
                <a:schemeClr val="accent2">
                  <a:lumMod val="50000"/>
                </a:schemeClr>
              </a:solidFill>
              <a:effectLst/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/>
            <a:r>
              <a:rPr lang="ja-JP" altLang="en-US" sz="4400" b="1" dirty="0" smtClean="0">
                <a:ln>
                  <a:gradFill>
                    <a:gsLst>
                      <a:gs pos="0">
                        <a:srgbClr val="FFF200"/>
                      </a:gs>
                      <a:gs pos="45000">
                        <a:srgbClr val="FF7A00"/>
                      </a:gs>
                      <a:gs pos="70000">
                        <a:srgbClr val="FF0300"/>
                      </a:gs>
                      <a:gs pos="100000">
                        <a:srgbClr val="4D0808"/>
                      </a:gs>
                    </a:gsLst>
                    <a:lin ang="5400000" scaled="0"/>
                  </a:gradFill>
                </a:ln>
                <a:solidFill>
                  <a:schemeClr val="accent2">
                    <a:lumMod val="50000"/>
                  </a:schemeClr>
                </a:solidFill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　「韓流市場祭り」</a:t>
            </a:r>
            <a:endParaRPr lang="en-US" altLang="ko-KR" sz="4400" b="1" dirty="0" smtClean="0">
              <a:ln>
                <a:gradFill>
                  <a:gsLst>
                    <a:gs pos="0">
                      <a:srgbClr val="FFF200"/>
                    </a:gs>
                    <a:gs pos="45000">
                      <a:srgbClr val="FF7A00"/>
                    </a:gs>
                    <a:gs pos="70000">
                      <a:srgbClr val="FF0300"/>
                    </a:gs>
                    <a:gs pos="100000">
                      <a:srgbClr val="4D0808"/>
                    </a:gs>
                  </a:gsLst>
                  <a:lin ang="5400000" scaled="0"/>
                </a:gradFill>
              </a:ln>
              <a:solidFill>
                <a:schemeClr val="accent2">
                  <a:lumMod val="50000"/>
                </a:schemeClr>
              </a:solidFill>
              <a:effectLst/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112803" y="6787632"/>
            <a:ext cx="4483920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主催</a:t>
            </a:r>
            <a:r>
              <a:rPr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</a:t>
            </a:r>
            <a:r>
              <a:rPr lang="ja-JP" altLang="en-US" sz="14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                                  </a:t>
            </a:r>
            <a:r>
              <a:rPr lang="ja-JP" altLang="en-US" sz="11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（</a:t>
            </a:r>
            <a:r>
              <a:rPr lang="en-US" altLang="ja-JP" sz="11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  <a:hlinkClick r:id="rId5"/>
              </a:rPr>
              <a:t>cho@kansyoku.or.jp</a:t>
            </a:r>
            <a:r>
              <a:rPr lang="ja-JP" altLang="en-US" sz="11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）</a:t>
            </a:r>
            <a:endParaRPr lang="en-US" altLang="ja-JP" sz="1100" dirty="0" smtClean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lang="en-US" altLang="ja-JP" sz="6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    </a:t>
            </a:r>
          </a:p>
          <a:p>
            <a:r>
              <a:rPr lang="ja-JP" altLang="en-US" sz="14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主管</a:t>
            </a:r>
            <a:r>
              <a:rPr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</a:t>
            </a:r>
            <a:r>
              <a:rPr lang="ja-JP" altLang="en-US" sz="11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韓国飲食店</a:t>
            </a:r>
            <a:r>
              <a:rPr lang="ja-JP" altLang="en-US" sz="14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大</a:t>
            </a:r>
            <a:r>
              <a:rPr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使</a:t>
            </a:r>
            <a:r>
              <a:rPr lang="ja-JP" altLang="en-US" sz="14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館、趙</a:t>
            </a:r>
            <a:r>
              <a:rPr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善玉料理研究</a:t>
            </a:r>
            <a:r>
              <a:rPr lang="ja-JP" altLang="en-US" sz="14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院、</a:t>
            </a:r>
            <a:endParaRPr lang="en-US" altLang="ja-JP" sz="1400" dirty="0" smtClean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lang="ja-JP" altLang="en-US" sz="14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　　</a:t>
            </a:r>
            <a:r>
              <a:rPr lang="en-US" altLang="ja-JP" sz="14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lang="ja-JP" altLang="en-US" sz="14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株</a:t>
            </a:r>
            <a:r>
              <a:rPr lang="en-US" altLang="ja-JP" sz="14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r>
              <a:rPr lang="en-US" altLang="ja-JP" sz="1400" dirty="0" err="1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KJPlus</a:t>
            </a:r>
            <a:endParaRPr lang="en-US" altLang="ja-JP" sz="1400" dirty="0" smtClean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lang="en-US" altLang="ja-JP" sz="6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    </a:t>
            </a:r>
          </a:p>
          <a:p>
            <a:r>
              <a:rPr lang="ja-JP" altLang="en-US" sz="14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協力　</a:t>
            </a:r>
            <a:r>
              <a:rPr lang="en-US" altLang="ja-JP" sz="14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lang="ja-JP" altLang="en-US" sz="14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有</a:t>
            </a:r>
            <a:r>
              <a:rPr lang="en-US" altLang="ja-JP" sz="14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r>
              <a:rPr lang="ja-JP" altLang="en-US" sz="14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林河商事・食材マート丸安・名家園</a:t>
            </a:r>
            <a:endParaRPr kumimoji="1" lang="ja-JP" altLang="en-US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pic>
        <p:nvPicPr>
          <p:cNvPr id="2058" name="Picture 10" descr="http://swinews.com/files/article/20110608101618_3697898_554166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5744" y="7976429"/>
            <a:ext cx="1608579" cy="1126006"/>
          </a:xfrm>
          <a:prstGeom prst="rect">
            <a:avLst/>
          </a:prstGeom>
          <a:noFill/>
        </p:spPr>
      </p:pic>
      <p:pic>
        <p:nvPicPr>
          <p:cNvPr id="2059" name="Picture 11" descr="C:\Users\Administrator\Desktop\명인전기획\논의사진\00142.MTS_20130724_025900.760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785645" y="7978044"/>
            <a:ext cx="1999618" cy="1124392"/>
          </a:xfrm>
          <a:prstGeom prst="rect">
            <a:avLst/>
          </a:prstGeom>
          <a:noFill/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16" y="6999490"/>
            <a:ext cx="924927" cy="9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63" y="6022550"/>
            <a:ext cx="1224136" cy="934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511" y="6999489"/>
            <a:ext cx="1041337" cy="9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 descr="http://www.koreajn.co.kr/news/photo/201210/18786_17218_2415.jp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691146" y="7971880"/>
            <a:ext cx="1734656" cy="1120165"/>
          </a:xfrm>
          <a:prstGeom prst="rect">
            <a:avLst/>
          </a:prstGeom>
          <a:noFill/>
        </p:spPr>
      </p:pic>
      <p:pic>
        <p:nvPicPr>
          <p:cNvPr id="2054" name="Picture 6" descr="http://cfile9.uf.tistory.com/image/142DDD454E93D1ED14D0B5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471293" y="7974757"/>
            <a:ext cx="1272537" cy="1117288"/>
          </a:xfrm>
          <a:prstGeom prst="rect">
            <a:avLst/>
          </a:prstGeom>
          <a:noFill/>
        </p:spPr>
      </p:pic>
      <p:pic>
        <p:nvPicPr>
          <p:cNvPr id="49" name="그림 48" descr="Untitled-3 copy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43895" y="44428"/>
            <a:ext cx="3385105" cy="1232035"/>
          </a:xfrm>
          <a:prstGeom prst="rect">
            <a:avLst/>
          </a:prstGeom>
        </p:spPr>
      </p:pic>
      <p:pic>
        <p:nvPicPr>
          <p:cNvPr id="2060" name="Picture 12" descr="C:\Users\Administrator\Desktop\명인전기획\논의사진\00088.MTS_20130724_025418.711.png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3362191" y="117166"/>
            <a:ext cx="1792197" cy="1008111"/>
          </a:xfrm>
          <a:prstGeom prst="rect">
            <a:avLst/>
          </a:prstGeom>
          <a:noFill/>
        </p:spPr>
      </p:pic>
      <p:pic>
        <p:nvPicPr>
          <p:cNvPr id="2056" name="Picture 8" descr="http://www.andong.net/news2007/photo/17167/8015f9eb-cc8a-4338-8289-69d3e7ee6925.jpg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5234399" y="117166"/>
            <a:ext cx="1506969" cy="1008111"/>
          </a:xfrm>
          <a:prstGeom prst="rect">
            <a:avLst/>
          </a:prstGeom>
          <a:noFill/>
        </p:spPr>
      </p:pic>
      <p:pic>
        <p:nvPicPr>
          <p:cNvPr id="52" name="그림 51" descr="logo_ol copy.PNG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2668814" y="6681014"/>
            <a:ext cx="2160240" cy="394187"/>
          </a:xfrm>
          <a:prstGeom prst="rect">
            <a:avLst/>
          </a:prstGeom>
        </p:spPr>
      </p:pic>
      <p:pic>
        <p:nvPicPr>
          <p:cNvPr id="53" name="그림 52" descr="Untitled-1 copy.png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 flipH="1">
            <a:off x="5373216" y="2411760"/>
            <a:ext cx="1052736" cy="1296144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232" y="1166842"/>
            <a:ext cx="1212846" cy="1008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" name="그림 79" descr="Untitled-6 copy.PNG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547221" y="2771800"/>
            <a:ext cx="5913333" cy="11521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01_밝은나눔">
  <a:themeElements>
    <a:clrScheme name="사용자 지정 4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595959"/>
      </a:folHlink>
    </a:clrScheme>
    <a:fontScheme name="나눔고딕">
      <a:majorFont>
        <a:latin typeface="나눔 고딕"/>
        <a:ea typeface="나눔 고딕"/>
        <a:cs typeface=""/>
      </a:majorFont>
      <a:minorFont>
        <a:latin typeface="나눔 고딕"/>
        <a:ea typeface="나눔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117</Words>
  <Application>Microsoft Office PowerPoint</Application>
  <PresentationFormat>画面に合わせる (4:3)</PresentationFormat>
  <Paragraphs>20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14" baseType="lpstr">
      <vt:lpstr>Arial</vt:lpstr>
      <vt:lpstr>ＭＳ Ｐゴシック</vt:lpstr>
      <vt:lpstr>나눔고딕</vt:lpstr>
      <vt:lpstr>Meiryo UI</vt:lpstr>
      <vt:lpstr>바탕</vt:lpstr>
      <vt:lpstr>HY중고딕</vt:lpstr>
      <vt:lpstr>나눔 고딕</vt:lpstr>
      <vt:lpstr>Calibri</vt:lpstr>
      <vt:lpstr>HG丸ｺﾞｼｯｸM-PRO</vt:lpstr>
      <vt:lpstr>맑은 고딕</vt:lpstr>
      <vt:lpstr>Nanum Pen Script</vt:lpstr>
      <vt:lpstr>HGSｺﾞｼｯｸM</vt:lpstr>
      <vt:lpstr>d01_밝은나눔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2011-08-14T07:11:32Z</dcterms:created>
  <dcterms:modified xsi:type="dcterms:W3CDTF">2013-10-07T09:01:03Z</dcterms:modified>
</cp:coreProperties>
</file>